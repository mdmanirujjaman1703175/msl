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6"/>
  </p:notesMasterIdLst>
  <p:sldIdLst>
    <p:sldId id="257" r:id="rId2"/>
    <p:sldId id="266" r:id="rId3"/>
    <p:sldId id="267" r:id="rId4"/>
    <p:sldId id="288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6" r:id="rId22"/>
    <p:sldId id="287" r:id="rId23"/>
    <p:sldId id="284" r:id="rId24"/>
    <p:sldId id="285" r:id="rId25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0"/>
    <p:restoredTop sz="78954" autoAdjust="0"/>
  </p:normalViewPr>
  <p:slideViewPr>
    <p:cSldViewPr>
      <p:cViewPr varScale="1">
        <p:scale>
          <a:sx n="65" d="100"/>
          <a:sy n="65" d="100"/>
        </p:scale>
        <p:origin x="125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14F88-4718-43D1-99E0-152D000FB0D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EA661-0053-4DA1-86A8-C54624759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5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fruits = ["Apple", "Banana", "Cherry", "Strawberry"]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fruit in fruits: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print(fruit)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print(type(fruit))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EA661-0053-4DA1-86A8-C54624759A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10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range(2, 7):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range(2, 13, 2):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EA661-0053-4DA1-86A8-C54624759A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51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04AF-10F7-43CB-85F6-89D3947E29FB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76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1A204-B402-4331-BE56-2C5ADBE5ECE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8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2F910-AEC1-4191-8288-8FE88C6D88AB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13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275B-0A93-4C0F-BDD1-2835F0E9E4DA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E2B9-1518-4EE5-975A-F5CA7274A633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20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213F-E5FA-45E6-A41F-AB12DFE2D8BE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7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CEEA-1D39-4C33-B947-757A54868068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5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5DE718-9E8B-4313-A262-925E0306CD6E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3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AC04-C114-491B-9CF0-0C8976DB65AB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4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41D5-5783-4A7E-BDF9-94CF528756D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9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E320-F08F-4631-8B56-6B630989BB53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6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3A68D78-779B-403D-BD5B-0E254F33DCA1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1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41.png"/><Relationship Id="rId3" Type="http://schemas.openxmlformats.org/officeDocument/2006/relationships/image" Target="../media/image49.png"/><Relationship Id="rId7" Type="http://schemas.openxmlformats.org/officeDocument/2006/relationships/image" Target="../media/image27.png"/><Relationship Id="rId12" Type="http://schemas.openxmlformats.org/officeDocument/2006/relationships/image" Target="../media/image5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11" Type="http://schemas.openxmlformats.org/officeDocument/2006/relationships/image" Target="../media/image30.png"/><Relationship Id="rId5" Type="http://schemas.openxmlformats.org/officeDocument/2006/relationships/image" Target="../media/image51.png"/><Relationship Id="rId10" Type="http://schemas.openxmlformats.org/officeDocument/2006/relationships/image" Target="../media/image29.png"/><Relationship Id="rId4" Type="http://schemas.openxmlformats.org/officeDocument/2006/relationships/image" Target="../media/image50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53.png"/><Relationship Id="rId4" Type="http://schemas.openxmlformats.org/officeDocument/2006/relationships/image" Target="../media/image28.png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11.png"/><Relationship Id="rId9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20.pn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9699" y="609600"/>
            <a:ext cx="6904102" cy="5410200"/>
          </a:xfrm>
          <a:custGeom>
            <a:avLst/>
            <a:gdLst/>
            <a:ahLst/>
            <a:cxnLst/>
            <a:rect l="l" t="t" r="r" b="b"/>
            <a:pathLst>
              <a:path w="7742555" h="6858000">
                <a:moveTo>
                  <a:pt x="7742301" y="0"/>
                </a:moveTo>
                <a:lnTo>
                  <a:pt x="0" y="0"/>
                </a:lnTo>
                <a:lnTo>
                  <a:pt x="0" y="6858000"/>
                </a:lnTo>
                <a:lnTo>
                  <a:pt x="7742301" y="6858000"/>
                </a:lnTo>
                <a:lnTo>
                  <a:pt x="7742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54783" y="2511805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0061" y="824834"/>
            <a:ext cx="18649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70" dirty="0"/>
              <a:t>Agenda</a:t>
            </a:r>
            <a:endParaRPr sz="480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1988155"/>
            <a:ext cx="3428720" cy="3036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" y="2528301"/>
            <a:ext cx="2977794" cy="2358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097" y="2994532"/>
            <a:ext cx="2350160" cy="303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24366" y="3503593"/>
            <a:ext cx="1141603" cy="2889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36626" y="1021842"/>
            <a:ext cx="4568698" cy="446455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5A87B-595E-7606-FF0B-C3EFA6E3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CA5C-8AEA-4C86-90FA-054A0335AEED}" type="datetime1">
              <a:rPr lang="en-US" smtClean="0"/>
              <a:t>3/29/2026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4E2F900-2CAF-60B6-342A-888D6793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DB8B80-4A10-80C8-C19C-7504A6F8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372" rIns="0" bIns="0" rtlCol="0">
            <a:spAutoFit/>
          </a:bodyPr>
          <a:lstStyle/>
          <a:p>
            <a:pPr marL="333502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Math</a:t>
            </a:r>
            <a:r>
              <a:rPr sz="4800" spc="-25" dirty="0"/>
              <a:t> </a:t>
            </a:r>
            <a:r>
              <a:rPr sz="4800" dirty="0"/>
              <a:t>Functions</a:t>
            </a:r>
            <a:r>
              <a:rPr sz="4800" spc="-25" dirty="0"/>
              <a:t> </a:t>
            </a:r>
            <a:r>
              <a:rPr sz="4800" spc="295" dirty="0"/>
              <a:t>&amp;</a:t>
            </a:r>
            <a:r>
              <a:rPr sz="4800" spc="-35" dirty="0"/>
              <a:t> </a:t>
            </a:r>
            <a:r>
              <a:rPr sz="4800" spc="-10" dirty="0"/>
              <a:t>Module</a:t>
            </a:r>
            <a:endParaRPr sz="4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630" y="2220341"/>
            <a:ext cx="4288409" cy="2395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6344" y="2899029"/>
            <a:ext cx="807720" cy="234315"/>
          </a:xfrm>
          <a:custGeom>
            <a:avLst/>
            <a:gdLst/>
            <a:ahLst/>
            <a:cxnLst/>
            <a:rect l="l" t="t" r="r" b="b"/>
            <a:pathLst>
              <a:path w="807720" h="234314">
                <a:moveTo>
                  <a:pt x="19811" y="87884"/>
                </a:moveTo>
                <a:lnTo>
                  <a:pt x="0" y="87884"/>
                </a:lnTo>
                <a:lnTo>
                  <a:pt x="290" y="91567"/>
                </a:lnTo>
                <a:lnTo>
                  <a:pt x="761" y="98171"/>
                </a:lnTo>
                <a:lnTo>
                  <a:pt x="873" y="103505"/>
                </a:lnTo>
                <a:lnTo>
                  <a:pt x="967" y="106162"/>
                </a:lnTo>
                <a:lnTo>
                  <a:pt x="1063" y="108458"/>
                </a:lnTo>
                <a:lnTo>
                  <a:pt x="1142" y="110362"/>
                </a:lnTo>
                <a:lnTo>
                  <a:pt x="1269" y="230378"/>
                </a:lnTo>
                <a:lnTo>
                  <a:pt x="22097" y="230378"/>
                </a:lnTo>
                <a:lnTo>
                  <a:pt x="22097" y="147700"/>
                </a:lnTo>
                <a:lnTo>
                  <a:pt x="23240" y="139573"/>
                </a:lnTo>
                <a:lnTo>
                  <a:pt x="25526" y="132715"/>
                </a:lnTo>
                <a:lnTo>
                  <a:pt x="27812" y="125984"/>
                </a:lnTo>
                <a:lnTo>
                  <a:pt x="30860" y="120396"/>
                </a:lnTo>
                <a:lnTo>
                  <a:pt x="37919" y="112141"/>
                </a:lnTo>
                <a:lnTo>
                  <a:pt x="20954" y="112141"/>
                </a:lnTo>
                <a:lnTo>
                  <a:pt x="20856" y="103505"/>
                </a:lnTo>
                <a:lnTo>
                  <a:pt x="20256" y="92710"/>
                </a:lnTo>
                <a:lnTo>
                  <a:pt x="20192" y="91567"/>
                </a:lnTo>
                <a:lnTo>
                  <a:pt x="19872" y="88467"/>
                </a:lnTo>
                <a:lnTo>
                  <a:pt x="19811" y="87884"/>
                </a:lnTo>
                <a:close/>
              </a:path>
              <a:path w="807720" h="234314">
                <a:moveTo>
                  <a:pt x="72389" y="84200"/>
                </a:moveTo>
                <a:lnTo>
                  <a:pt x="65529" y="84200"/>
                </a:lnTo>
                <a:lnTo>
                  <a:pt x="59930" y="84582"/>
                </a:lnTo>
                <a:lnTo>
                  <a:pt x="25126" y="106162"/>
                </a:lnTo>
                <a:lnTo>
                  <a:pt x="21716" y="112141"/>
                </a:lnTo>
                <a:lnTo>
                  <a:pt x="37919" y="112141"/>
                </a:lnTo>
                <a:lnTo>
                  <a:pt x="38353" y="111633"/>
                </a:lnTo>
                <a:lnTo>
                  <a:pt x="42798" y="108458"/>
                </a:lnTo>
                <a:lnTo>
                  <a:pt x="52958" y="104394"/>
                </a:lnTo>
                <a:lnTo>
                  <a:pt x="57626" y="103505"/>
                </a:lnTo>
                <a:lnTo>
                  <a:pt x="78594" y="103505"/>
                </a:lnTo>
                <a:lnTo>
                  <a:pt x="81089" y="86042"/>
                </a:lnTo>
                <a:lnTo>
                  <a:pt x="81152" y="85598"/>
                </a:lnTo>
                <a:lnTo>
                  <a:pt x="76580" y="84582"/>
                </a:lnTo>
                <a:lnTo>
                  <a:pt x="75628" y="84582"/>
                </a:lnTo>
                <a:lnTo>
                  <a:pt x="72389" y="84200"/>
                </a:lnTo>
                <a:close/>
              </a:path>
              <a:path w="807720" h="234314">
                <a:moveTo>
                  <a:pt x="78594" y="103505"/>
                </a:moveTo>
                <a:lnTo>
                  <a:pt x="69468" y="103505"/>
                </a:lnTo>
                <a:lnTo>
                  <a:pt x="75988" y="104394"/>
                </a:lnTo>
                <a:lnTo>
                  <a:pt x="75564" y="104394"/>
                </a:lnTo>
                <a:lnTo>
                  <a:pt x="77088" y="104775"/>
                </a:lnTo>
                <a:lnTo>
                  <a:pt x="78782" y="105283"/>
                </a:lnTo>
                <a:lnTo>
                  <a:pt x="78340" y="105283"/>
                </a:lnTo>
                <a:lnTo>
                  <a:pt x="78467" y="104394"/>
                </a:lnTo>
                <a:lnTo>
                  <a:pt x="78594" y="103505"/>
                </a:lnTo>
                <a:close/>
              </a:path>
              <a:path w="807720" h="234314">
                <a:moveTo>
                  <a:pt x="176529" y="84074"/>
                </a:moveTo>
                <a:lnTo>
                  <a:pt x="139315" y="92910"/>
                </a:lnTo>
                <a:lnTo>
                  <a:pt x="109346" y="122646"/>
                </a:lnTo>
                <a:lnTo>
                  <a:pt x="100710" y="159131"/>
                </a:lnTo>
                <a:lnTo>
                  <a:pt x="101064" y="167132"/>
                </a:lnTo>
                <a:lnTo>
                  <a:pt x="117157" y="207567"/>
                </a:lnTo>
                <a:lnTo>
                  <a:pt x="153241" y="230973"/>
                </a:lnTo>
                <a:lnTo>
                  <a:pt x="176529" y="234187"/>
                </a:lnTo>
                <a:lnTo>
                  <a:pt x="184725" y="233830"/>
                </a:lnTo>
                <a:lnTo>
                  <a:pt x="226105" y="217560"/>
                </a:lnTo>
                <a:lnTo>
                  <a:pt x="227400" y="216408"/>
                </a:lnTo>
                <a:lnTo>
                  <a:pt x="168275" y="216408"/>
                </a:lnTo>
                <a:lnTo>
                  <a:pt x="160781" y="215011"/>
                </a:lnTo>
                <a:lnTo>
                  <a:pt x="154177" y="211962"/>
                </a:lnTo>
                <a:lnTo>
                  <a:pt x="147573" y="209042"/>
                </a:lnTo>
                <a:lnTo>
                  <a:pt x="141858" y="204978"/>
                </a:lnTo>
                <a:lnTo>
                  <a:pt x="132460" y="194563"/>
                </a:lnTo>
                <a:lnTo>
                  <a:pt x="128904" y="188595"/>
                </a:lnTo>
                <a:lnTo>
                  <a:pt x="126364" y="181483"/>
                </a:lnTo>
                <a:lnTo>
                  <a:pt x="123871" y="174625"/>
                </a:lnTo>
                <a:lnTo>
                  <a:pt x="123825" y="174498"/>
                </a:lnTo>
                <a:lnTo>
                  <a:pt x="122554" y="167132"/>
                </a:lnTo>
                <a:lnTo>
                  <a:pt x="122554" y="151257"/>
                </a:lnTo>
                <a:lnTo>
                  <a:pt x="141858" y="113284"/>
                </a:lnTo>
                <a:lnTo>
                  <a:pt x="168275" y="101600"/>
                </a:lnTo>
                <a:lnTo>
                  <a:pt x="227024" y="101600"/>
                </a:lnTo>
                <a:lnTo>
                  <a:pt x="226105" y="100772"/>
                </a:lnTo>
                <a:lnTo>
                  <a:pt x="184725" y="84431"/>
                </a:lnTo>
                <a:lnTo>
                  <a:pt x="176529" y="84074"/>
                </a:lnTo>
                <a:close/>
              </a:path>
              <a:path w="807720" h="234314">
                <a:moveTo>
                  <a:pt x="227024" y="101600"/>
                </a:moveTo>
                <a:lnTo>
                  <a:pt x="184911" y="101600"/>
                </a:lnTo>
                <a:lnTo>
                  <a:pt x="192404" y="103124"/>
                </a:lnTo>
                <a:lnTo>
                  <a:pt x="199135" y="106045"/>
                </a:lnTo>
                <a:lnTo>
                  <a:pt x="229408" y="143541"/>
                </a:lnTo>
                <a:lnTo>
                  <a:pt x="230758" y="151257"/>
                </a:lnTo>
                <a:lnTo>
                  <a:pt x="230758" y="167132"/>
                </a:lnTo>
                <a:lnTo>
                  <a:pt x="229488" y="174498"/>
                </a:lnTo>
                <a:lnTo>
                  <a:pt x="226948" y="181483"/>
                </a:lnTo>
                <a:lnTo>
                  <a:pt x="224408" y="188595"/>
                </a:lnTo>
                <a:lnTo>
                  <a:pt x="220852" y="194563"/>
                </a:lnTo>
                <a:lnTo>
                  <a:pt x="211454" y="204978"/>
                </a:lnTo>
                <a:lnTo>
                  <a:pt x="205866" y="209042"/>
                </a:lnTo>
                <a:lnTo>
                  <a:pt x="199135" y="211962"/>
                </a:lnTo>
                <a:lnTo>
                  <a:pt x="192404" y="215011"/>
                </a:lnTo>
                <a:lnTo>
                  <a:pt x="184911" y="216408"/>
                </a:lnTo>
                <a:lnTo>
                  <a:pt x="227400" y="216408"/>
                </a:lnTo>
                <a:lnTo>
                  <a:pt x="249568" y="181955"/>
                </a:lnTo>
                <a:lnTo>
                  <a:pt x="252729" y="159131"/>
                </a:lnTo>
                <a:lnTo>
                  <a:pt x="252378" y="151257"/>
                </a:lnTo>
                <a:lnTo>
                  <a:pt x="236158" y="110747"/>
                </a:lnTo>
                <a:lnTo>
                  <a:pt x="231393" y="105537"/>
                </a:lnTo>
                <a:lnTo>
                  <a:pt x="227024" y="101600"/>
                </a:lnTo>
                <a:close/>
              </a:path>
              <a:path w="807720" h="234314">
                <a:moveTo>
                  <a:pt x="322452" y="87884"/>
                </a:moveTo>
                <a:lnTo>
                  <a:pt x="301751" y="87884"/>
                </a:lnTo>
                <a:lnTo>
                  <a:pt x="301751" y="175260"/>
                </a:lnTo>
                <a:lnTo>
                  <a:pt x="302467" y="185800"/>
                </a:lnTo>
                <a:lnTo>
                  <a:pt x="302562" y="187198"/>
                </a:lnTo>
                <a:lnTo>
                  <a:pt x="302607" y="187856"/>
                </a:lnTo>
                <a:lnTo>
                  <a:pt x="305014" y="198500"/>
                </a:lnTo>
                <a:lnTo>
                  <a:pt x="305043" y="198628"/>
                </a:lnTo>
                <a:lnTo>
                  <a:pt x="305165" y="199167"/>
                </a:lnTo>
                <a:lnTo>
                  <a:pt x="332295" y="230108"/>
                </a:lnTo>
                <a:lnTo>
                  <a:pt x="356107" y="234187"/>
                </a:lnTo>
                <a:lnTo>
                  <a:pt x="363612" y="233689"/>
                </a:lnTo>
                <a:lnTo>
                  <a:pt x="397211" y="216788"/>
                </a:lnTo>
                <a:lnTo>
                  <a:pt x="353694" y="216788"/>
                </a:lnTo>
                <a:lnTo>
                  <a:pt x="348094" y="215646"/>
                </a:lnTo>
                <a:lnTo>
                  <a:pt x="347732" y="215646"/>
                </a:lnTo>
                <a:lnTo>
                  <a:pt x="342518" y="213106"/>
                </a:lnTo>
                <a:lnTo>
                  <a:pt x="337438" y="210693"/>
                </a:lnTo>
                <a:lnTo>
                  <a:pt x="333501" y="207263"/>
                </a:lnTo>
                <a:lnTo>
                  <a:pt x="330580" y="202946"/>
                </a:lnTo>
                <a:lnTo>
                  <a:pt x="327743" y="198628"/>
                </a:lnTo>
                <a:lnTo>
                  <a:pt x="327659" y="198500"/>
                </a:lnTo>
                <a:lnTo>
                  <a:pt x="325500" y="193294"/>
                </a:lnTo>
                <a:lnTo>
                  <a:pt x="324481" y="187856"/>
                </a:lnTo>
                <a:lnTo>
                  <a:pt x="323088" y="181101"/>
                </a:lnTo>
                <a:lnTo>
                  <a:pt x="322547" y="175260"/>
                </a:lnTo>
                <a:lnTo>
                  <a:pt x="322452" y="87884"/>
                </a:lnTo>
                <a:close/>
              </a:path>
              <a:path w="807720" h="234314">
                <a:moveTo>
                  <a:pt x="425401" y="205994"/>
                </a:moveTo>
                <a:lnTo>
                  <a:pt x="405383" y="205994"/>
                </a:lnTo>
                <a:lnTo>
                  <a:pt x="405442" y="209192"/>
                </a:lnTo>
                <a:lnTo>
                  <a:pt x="405567" y="213995"/>
                </a:lnTo>
                <a:lnTo>
                  <a:pt x="406186" y="225026"/>
                </a:lnTo>
                <a:lnTo>
                  <a:pt x="406272" y="226568"/>
                </a:lnTo>
                <a:lnTo>
                  <a:pt x="406590" y="229741"/>
                </a:lnTo>
                <a:lnTo>
                  <a:pt x="406653" y="230378"/>
                </a:lnTo>
                <a:lnTo>
                  <a:pt x="426465" y="230378"/>
                </a:lnTo>
                <a:lnTo>
                  <a:pt x="426165" y="226568"/>
                </a:lnTo>
                <a:lnTo>
                  <a:pt x="426060" y="225026"/>
                </a:lnTo>
                <a:lnTo>
                  <a:pt x="425518" y="211200"/>
                </a:lnTo>
                <a:lnTo>
                  <a:pt x="425401" y="205994"/>
                </a:lnTo>
                <a:close/>
              </a:path>
              <a:path w="807720" h="234314">
                <a:moveTo>
                  <a:pt x="425322" y="87884"/>
                </a:moveTo>
                <a:lnTo>
                  <a:pt x="404494" y="87884"/>
                </a:lnTo>
                <a:lnTo>
                  <a:pt x="404494" y="170434"/>
                </a:lnTo>
                <a:lnTo>
                  <a:pt x="403225" y="178688"/>
                </a:lnTo>
                <a:lnTo>
                  <a:pt x="400811" y="185800"/>
                </a:lnTo>
                <a:lnTo>
                  <a:pt x="398398" y="192786"/>
                </a:lnTo>
                <a:lnTo>
                  <a:pt x="395168" y="198500"/>
                </a:lnTo>
                <a:lnTo>
                  <a:pt x="395096" y="198628"/>
                </a:lnTo>
                <a:lnTo>
                  <a:pt x="387420" y="207263"/>
                </a:lnTo>
                <a:lnTo>
                  <a:pt x="386799" y="207899"/>
                </a:lnTo>
                <a:lnTo>
                  <a:pt x="382396" y="211200"/>
                </a:lnTo>
                <a:lnTo>
                  <a:pt x="377189" y="213360"/>
                </a:lnTo>
                <a:lnTo>
                  <a:pt x="372109" y="215646"/>
                </a:lnTo>
                <a:lnTo>
                  <a:pt x="366648" y="216788"/>
                </a:lnTo>
                <a:lnTo>
                  <a:pt x="397211" y="216788"/>
                </a:lnTo>
                <a:lnTo>
                  <a:pt x="401224" y="211972"/>
                </a:lnTo>
                <a:lnTo>
                  <a:pt x="404748" y="205994"/>
                </a:lnTo>
                <a:lnTo>
                  <a:pt x="425401" y="205994"/>
                </a:lnTo>
                <a:lnTo>
                  <a:pt x="425322" y="87884"/>
                </a:lnTo>
                <a:close/>
              </a:path>
              <a:path w="807720" h="234314">
                <a:moveTo>
                  <a:pt x="504443" y="87884"/>
                </a:moveTo>
                <a:lnTo>
                  <a:pt x="484631" y="87884"/>
                </a:lnTo>
                <a:lnTo>
                  <a:pt x="484922" y="91567"/>
                </a:lnTo>
                <a:lnTo>
                  <a:pt x="485393" y="98171"/>
                </a:lnTo>
                <a:lnTo>
                  <a:pt x="485438" y="100330"/>
                </a:lnTo>
                <a:lnTo>
                  <a:pt x="485563" y="105283"/>
                </a:lnTo>
                <a:lnTo>
                  <a:pt x="485658" y="107569"/>
                </a:lnTo>
                <a:lnTo>
                  <a:pt x="485775" y="110362"/>
                </a:lnTo>
                <a:lnTo>
                  <a:pt x="485901" y="230378"/>
                </a:lnTo>
                <a:lnTo>
                  <a:pt x="506729" y="230378"/>
                </a:lnTo>
                <a:lnTo>
                  <a:pt x="506729" y="147700"/>
                </a:lnTo>
                <a:lnTo>
                  <a:pt x="507872" y="139446"/>
                </a:lnTo>
                <a:lnTo>
                  <a:pt x="512698" y="125475"/>
                </a:lnTo>
                <a:lnTo>
                  <a:pt x="515929" y="119761"/>
                </a:lnTo>
                <a:lnTo>
                  <a:pt x="516452" y="119125"/>
                </a:lnTo>
                <a:lnTo>
                  <a:pt x="522661" y="112141"/>
                </a:lnTo>
                <a:lnTo>
                  <a:pt x="505586" y="112141"/>
                </a:lnTo>
                <a:lnTo>
                  <a:pt x="505530" y="104267"/>
                </a:lnTo>
                <a:lnTo>
                  <a:pt x="504917" y="93235"/>
                </a:lnTo>
                <a:lnTo>
                  <a:pt x="504825" y="91567"/>
                </a:lnTo>
                <a:lnTo>
                  <a:pt x="504504" y="88467"/>
                </a:lnTo>
                <a:lnTo>
                  <a:pt x="504443" y="87884"/>
                </a:lnTo>
                <a:close/>
              </a:path>
              <a:path w="807720" h="234314">
                <a:moveTo>
                  <a:pt x="596625" y="101600"/>
                </a:moveTo>
                <a:lnTo>
                  <a:pt x="557402" y="101600"/>
                </a:lnTo>
                <a:lnTo>
                  <a:pt x="563626" y="102743"/>
                </a:lnTo>
                <a:lnTo>
                  <a:pt x="568966" y="105283"/>
                </a:lnTo>
                <a:lnTo>
                  <a:pt x="573658" y="107569"/>
                </a:lnTo>
                <a:lnTo>
                  <a:pt x="577595" y="110998"/>
                </a:lnTo>
                <a:lnTo>
                  <a:pt x="580516" y="115443"/>
                </a:lnTo>
                <a:lnTo>
                  <a:pt x="583438" y="119761"/>
                </a:lnTo>
                <a:lnTo>
                  <a:pt x="585596" y="124968"/>
                </a:lnTo>
                <a:lnTo>
                  <a:pt x="587882" y="137160"/>
                </a:lnTo>
                <a:lnTo>
                  <a:pt x="588412" y="142875"/>
                </a:lnTo>
                <a:lnTo>
                  <a:pt x="588517" y="230378"/>
                </a:lnTo>
                <a:lnTo>
                  <a:pt x="609345" y="230378"/>
                </a:lnTo>
                <a:lnTo>
                  <a:pt x="609345" y="142875"/>
                </a:lnTo>
                <a:lnTo>
                  <a:pt x="608490" y="130280"/>
                </a:lnTo>
                <a:lnTo>
                  <a:pt x="605965" y="119125"/>
                </a:lnTo>
                <a:lnTo>
                  <a:pt x="605932" y="118983"/>
                </a:lnTo>
                <a:lnTo>
                  <a:pt x="601684" y="108995"/>
                </a:lnTo>
                <a:lnTo>
                  <a:pt x="596625" y="101600"/>
                </a:lnTo>
                <a:close/>
              </a:path>
              <a:path w="807720" h="234314">
                <a:moveTo>
                  <a:pt x="554989" y="84074"/>
                </a:moveTo>
                <a:lnTo>
                  <a:pt x="514302" y="100790"/>
                </a:lnTo>
                <a:lnTo>
                  <a:pt x="506348" y="112141"/>
                </a:lnTo>
                <a:lnTo>
                  <a:pt x="522661" y="112141"/>
                </a:lnTo>
                <a:lnTo>
                  <a:pt x="524128" y="110490"/>
                </a:lnTo>
                <a:lnTo>
                  <a:pt x="528701" y="107187"/>
                </a:lnTo>
                <a:lnTo>
                  <a:pt x="538825" y="102743"/>
                </a:lnTo>
                <a:lnTo>
                  <a:pt x="538464" y="102743"/>
                </a:lnTo>
                <a:lnTo>
                  <a:pt x="544321" y="101600"/>
                </a:lnTo>
                <a:lnTo>
                  <a:pt x="596625" y="101600"/>
                </a:lnTo>
                <a:lnTo>
                  <a:pt x="595756" y="100330"/>
                </a:lnTo>
                <a:lnTo>
                  <a:pt x="588083" y="93235"/>
                </a:lnTo>
                <a:lnTo>
                  <a:pt x="578754" y="88153"/>
                </a:lnTo>
                <a:lnTo>
                  <a:pt x="567735" y="85095"/>
                </a:lnTo>
                <a:lnTo>
                  <a:pt x="554989" y="84074"/>
                </a:lnTo>
                <a:close/>
              </a:path>
              <a:path w="807720" h="234314">
                <a:moveTo>
                  <a:pt x="732154" y="84074"/>
                </a:moveTo>
                <a:lnTo>
                  <a:pt x="722349" y="84526"/>
                </a:lnTo>
                <a:lnTo>
                  <a:pt x="723458" y="84526"/>
                </a:lnTo>
                <a:lnTo>
                  <a:pt x="716216" y="85566"/>
                </a:lnTo>
                <a:lnTo>
                  <a:pt x="678510" y="105850"/>
                </a:lnTo>
                <a:lnTo>
                  <a:pt x="661487" y="136398"/>
                </a:lnTo>
                <a:lnTo>
                  <a:pt x="661441" y="136538"/>
                </a:lnTo>
                <a:lnTo>
                  <a:pt x="659908" y="143383"/>
                </a:lnTo>
                <a:lnTo>
                  <a:pt x="659812" y="143811"/>
                </a:lnTo>
                <a:lnTo>
                  <a:pt x="658871" y="151003"/>
                </a:lnTo>
                <a:lnTo>
                  <a:pt x="658826" y="151346"/>
                </a:lnTo>
                <a:lnTo>
                  <a:pt x="658494" y="159131"/>
                </a:lnTo>
                <a:lnTo>
                  <a:pt x="658826" y="166897"/>
                </a:lnTo>
                <a:lnTo>
                  <a:pt x="659833" y="174498"/>
                </a:lnTo>
                <a:lnTo>
                  <a:pt x="678560" y="212471"/>
                </a:lnTo>
                <a:lnTo>
                  <a:pt x="716216" y="232743"/>
                </a:lnTo>
                <a:lnTo>
                  <a:pt x="732154" y="234187"/>
                </a:lnTo>
                <a:lnTo>
                  <a:pt x="738327" y="233828"/>
                </a:lnTo>
                <a:lnTo>
                  <a:pt x="739378" y="233828"/>
                </a:lnTo>
                <a:lnTo>
                  <a:pt x="775588" y="218344"/>
                </a:lnTo>
                <a:lnTo>
                  <a:pt x="777533" y="216408"/>
                </a:lnTo>
                <a:lnTo>
                  <a:pt x="725804" y="216408"/>
                </a:lnTo>
                <a:lnTo>
                  <a:pt x="718184" y="215011"/>
                </a:lnTo>
                <a:lnTo>
                  <a:pt x="711453" y="211962"/>
                </a:lnTo>
                <a:lnTo>
                  <a:pt x="704722" y="209042"/>
                </a:lnTo>
                <a:lnTo>
                  <a:pt x="699007" y="204978"/>
                </a:lnTo>
                <a:lnTo>
                  <a:pt x="689863" y="194563"/>
                </a:lnTo>
                <a:lnTo>
                  <a:pt x="686580" y="188849"/>
                </a:lnTo>
                <a:lnTo>
                  <a:pt x="681608" y="174498"/>
                </a:lnTo>
                <a:lnTo>
                  <a:pt x="680360" y="167259"/>
                </a:lnTo>
                <a:lnTo>
                  <a:pt x="680382" y="151003"/>
                </a:lnTo>
                <a:lnTo>
                  <a:pt x="699007" y="113284"/>
                </a:lnTo>
                <a:lnTo>
                  <a:pt x="725804" y="101600"/>
                </a:lnTo>
                <a:lnTo>
                  <a:pt x="777025" y="101600"/>
                </a:lnTo>
                <a:lnTo>
                  <a:pt x="775588" y="100139"/>
                </a:lnTo>
                <a:lnTo>
                  <a:pt x="739896" y="84526"/>
                </a:lnTo>
                <a:lnTo>
                  <a:pt x="732154" y="84074"/>
                </a:lnTo>
                <a:close/>
              </a:path>
              <a:path w="807720" h="234314">
                <a:moveTo>
                  <a:pt x="807465" y="206375"/>
                </a:moveTo>
                <a:lnTo>
                  <a:pt x="786764" y="206375"/>
                </a:lnTo>
                <a:lnTo>
                  <a:pt x="786764" y="230378"/>
                </a:lnTo>
                <a:lnTo>
                  <a:pt x="807465" y="230378"/>
                </a:lnTo>
                <a:lnTo>
                  <a:pt x="807465" y="206375"/>
                </a:lnTo>
                <a:close/>
              </a:path>
              <a:path w="807720" h="234314">
                <a:moveTo>
                  <a:pt x="777025" y="101600"/>
                </a:moveTo>
                <a:lnTo>
                  <a:pt x="742314" y="101600"/>
                </a:lnTo>
                <a:lnTo>
                  <a:pt x="750212" y="103124"/>
                </a:lnTo>
                <a:lnTo>
                  <a:pt x="749846" y="103124"/>
                </a:lnTo>
                <a:lnTo>
                  <a:pt x="782319" y="129412"/>
                </a:lnTo>
                <a:lnTo>
                  <a:pt x="784986" y="136398"/>
                </a:lnTo>
                <a:lnTo>
                  <a:pt x="787780" y="143383"/>
                </a:lnTo>
                <a:lnTo>
                  <a:pt x="789177" y="151003"/>
                </a:lnTo>
                <a:lnTo>
                  <a:pt x="789177" y="167259"/>
                </a:lnTo>
                <a:lnTo>
                  <a:pt x="787850" y="174498"/>
                </a:lnTo>
                <a:lnTo>
                  <a:pt x="787780" y="174879"/>
                </a:lnTo>
                <a:lnTo>
                  <a:pt x="785139" y="181483"/>
                </a:lnTo>
                <a:lnTo>
                  <a:pt x="782319" y="188849"/>
                </a:lnTo>
                <a:lnTo>
                  <a:pt x="778509" y="194818"/>
                </a:lnTo>
                <a:lnTo>
                  <a:pt x="773683" y="199898"/>
                </a:lnTo>
                <a:lnTo>
                  <a:pt x="768730" y="204978"/>
                </a:lnTo>
                <a:lnTo>
                  <a:pt x="763015" y="209042"/>
                </a:lnTo>
                <a:lnTo>
                  <a:pt x="756284" y="211962"/>
                </a:lnTo>
                <a:lnTo>
                  <a:pt x="749553" y="215011"/>
                </a:lnTo>
                <a:lnTo>
                  <a:pt x="742314" y="216408"/>
                </a:lnTo>
                <a:lnTo>
                  <a:pt x="777533" y="216408"/>
                </a:lnTo>
                <a:lnTo>
                  <a:pt x="781204" y="212752"/>
                </a:lnTo>
                <a:lnTo>
                  <a:pt x="786129" y="206375"/>
                </a:lnTo>
                <a:lnTo>
                  <a:pt x="807465" y="206375"/>
                </a:lnTo>
                <a:lnTo>
                  <a:pt x="807465" y="112395"/>
                </a:lnTo>
                <a:lnTo>
                  <a:pt x="786129" y="112395"/>
                </a:lnTo>
                <a:lnTo>
                  <a:pt x="781204" y="105850"/>
                </a:lnTo>
                <a:lnTo>
                  <a:pt x="777025" y="101600"/>
                </a:lnTo>
                <a:close/>
              </a:path>
              <a:path w="807720" h="234314">
                <a:moveTo>
                  <a:pt x="807465" y="0"/>
                </a:moveTo>
                <a:lnTo>
                  <a:pt x="786764" y="0"/>
                </a:lnTo>
                <a:lnTo>
                  <a:pt x="786764" y="112395"/>
                </a:lnTo>
                <a:lnTo>
                  <a:pt x="807465" y="112395"/>
                </a:lnTo>
                <a:lnTo>
                  <a:pt x="807465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78326" y="2812237"/>
            <a:ext cx="121285" cy="106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66946" y="3575684"/>
            <a:ext cx="473709" cy="234315"/>
          </a:xfrm>
          <a:custGeom>
            <a:avLst/>
            <a:gdLst/>
            <a:ahLst/>
            <a:cxnLst/>
            <a:rect l="l" t="t" r="r" b="b"/>
            <a:pathLst>
              <a:path w="473710" h="234314">
                <a:moveTo>
                  <a:pt x="109247" y="101600"/>
                </a:moveTo>
                <a:lnTo>
                  <a:pt x="62356" y="101600"/>
                </a:lnTo>
                <a:lnTo>
                  <a:pt x="71123" y="102171"/>
                </a:lnTo>
                <a:lnTo>
                  <a:pt x="78771" y="103886"/>
                </a:lnTo>
                <a:lnTo>
                  <a:pt x="100456" y="138429"/>
                </a:lnTo>
                <a:lnTo>
                  <a:pt x="100456" y="142970"/>
                </a:lnTo>
                <a:lnTo>
                  <a:pt x="90814" y="142970"/>
                </a:lnTo>
                <a:lnTo>
                  <a:pt x="81327" y="143256"/>
                </a:lnTo>
                <a:lnTo>
                  <a:pt x="38040" y="148328"/>
                </a:lnTo>
                <a:lnTo>
                  <a:pt x="4714" y="169931"/>
                </a:lnTo>
                <a:lnTo>
                  <a:pt x="0" y="190881"/>
                </a:lnTo>
                <a:lnTo>
                  <a:pt x="124" y="199262"/>
                </a:lnTo>
                <a:lnTo>
                  <a:pt x="26950" y="230377"/>
                </a:lnTo>
                <a:lnTo>
                  <a:pt x="27109" y="230377"/>
                </a:lnTo>
                <a:lnTo>
                  <a:pt x="32384" y="231901"/>
                </a:lnTo>
                <a:lnTo>
                  <a:pt x="38226" y="233425"/>
                </a:lnTo>
                <a:lnTo>
                  <a:pt x="43814" y="234187"/>
                </a:lnTo>
                <a:lnTo>
                  <a:pt x="49275" y="234187"/>
                </a:lnTo>
                <a:lnTo>
                  <a:pt x="90789" y="219614"/>
                </a:lnTo>
                <a:lnTo>
                  <a:pt x="93225" y="217042"/>
                </a:lnTo>
                <a:lnTo>
                  <a:pt x="50800" y="217042"/>
                </a:lnTo>
                <a:lnTo>
                  <a:pt x="46736" y="216534"/>
                </a:lnTo>
                <a:lnTo>
                  <a:pt x="21336" y="195071"/>
                </a:lnTo>
                <a:lnTo>
                  <a:pt x="21429" y="183024"/>
                </a:lnTo>
                <a:lnTo>
                  <a:pt x="23494" y="177800"/>
                </a:lnTo>
                <a:lnTo>
                  <a:pt x="28066" y="173735"/>
                </a:lnTo>
                <a:lnTo>
                  <a:pt x="32512" y="169671"/>
                </a:lnTo>
                <a:lnTo>
                  <a:pt x="38226" y="166623"/>
                </a:lnTo>
                <a:lnTo>
                  <a:pt x="52196" y="162306"/>
                </a:lnTo>
                <a:lnTo>
                  <a:pt x="60070" y="160908"/>
                </a:lnTo>
                <a:lnTo>
                  <a:pt x="67582" y="160246"/>
                </a:lnTo>
                <a:lnTo>
                  <a:pt x="67188" y="160246"/>
                </a:lnTo>
                <a:lnTo>
                  <a:pt x="75235" y="159720"/>
                </a:lnTo>
                <a:lnTo>
                  <a:pt x="81692" y="159400"/>
                </a:lnTo>
                <a:lnTo>
                  <a:pt x="88102" y="159200"/>
                </a:lnTo>
                <a:lnTo>
                  <a:pt x="120141" y="159200"/>
                </a:lnTo>
                <a:lnTo>
                  <a:pt x="120141" y="127253"/>
                </a:lnTo>
                <a:lnTo>
                  <a:pt x="118744" y="119633"/>
                </a:lnTo>
                <a:lnTo>
                  <a:pt x="115880" y="113156"/>
                </a:lnTo>
                <a:lnTo>
                  <a:pt x="112988" y="106743"/>
                </a:lnTo>
                <a:lnTo>
                  <a:pt x="112902" y="106552"/>
                </a:lnTo>
                <a:lnTo>
                  <a:pt x="109247" y="101600"/>
                </a:lnTo>
                <a:close/>
              </a:path>
              <a:path w="473710" h="234314">
                <a:moveTo>
                  <a:pt x="120294" y="207263"/>
                </a:moveTo>
                <a:lnTo>
                  <a:pt x="101853" y="207263"/>
                </a:lnTo>
                <a:lnTo>
                  <a:pt x="101949" y="213106"/>
                </a:lnTo>
                <a:lnTo>
                  <a:pt x="102076" y="215772"/>
                </a:lnTo>
                <a:lnTo>
                  <a:pt x="102488" y="219075"/>
                </a:lnTo>
                <a:lnTo>
                  <a:pt x="102869" y="223138"/>
                </a:lnTo>
                <a:lnTo>
                  <a:pt x="103293" y="226313"/>
                </a:lnTo>
                <a:lnTo>
                  <a:pt x="103886" y="230377"/>
                </a:lnTo>
                <a:lnTo>
                  <a:pt x="122554" y="230377"/>
                </a:lnTo>
                <a:lnTo>
                  <a:pt x="121912" y="226948"/>
                </a:lnTo>
                <a:lnTo>
                  <a:pt x="121792" y="226313"/>
                </a:lnTo>
                <a:lnTo>
                  <a:pt x="121157" y="221360"/>
                </a:lnTo>
                <a:lnTo>
                  <a:pt x="120494" y="211073"/>
                </a:lnTo>
                <a:lnTo>
                  <a:pt x="120367" y="208914"/>
                </a:lnTo>
                <a:lnTo>
                  <a:pt x="120294" y="207263"/>
                </a:lnTo>
                <a:close/>
              </a:path>
              <a:path w="473710" h="234314">
                <a:moveTo>
                  <a:pt x="120141" y="159200"/>
                </a:moveTo>
                <a:lnTo>
                  <a:pt x="100456" y="159200"/>
                </a:lnTo>
                <a:lnTo>
                  <a:pt x="100454" y="176037"/>
                </a:lnTo>
                <a:lnTo>
                  <a:pt x="99567" y="182117"/>
                </a:lnTo>
                <a:lnTo>
                  <a:pt x="68706" y="215772"/>
                </a:lnTo>
                <a:lnTo>
                  <a:pt x="62102" y="217042"/>
                </a:lnTo>
                <a:lnTo>
                  <a:pt x="93225" y="217042"/>
                </a:lnTo>
                <a:lnTo>
                  <a:pt x="96176" y="213927"/>
                </a:lnTo>
                <a:lnTo>
                  <a:pt x="101218" y="207263"/>
                </a:lnTo>
                <a:lnTo>
                  <a:pt x="120294" y="207263"/>
                </a:lnTo>
                <a:lnTo>
                  <a:pt x="120215" y="205485"/>
                </a:lnTo>
                <a:lnTo>
                  <a:pt x="120141" y="159200"/>
                </a:lnTo>
                <a:close/>
              </a:path>
              <a:path w="473710" h="234314">
                <a:moveTo>
                  <a:pt x="72389" y="84073"/>
                </a:moveTo>
                <a:lnTo>
                  <a:pt x="64642" y="84073"/>
                </a:lnTo>
                <a:lnTo>
                  <a:pt x="55737" y="84451"/>
                </a:lnTo>
                <a:lnTo>
                  <a:pt x="18716" y="96504"/>
                </a:lnTo>
                <a:lnTo>
                  <a:pt x="8508" y="104520"/>
                </a:lnTo>
                <a:lnTo>
                  <a:pt x="20192" y="118237"/>
                </a:lnTo>
                <a:lnTo>
                  <a:pt x="25145" y="113156"/>
                </a:lnTo>
                <a:lnTo>
                  <a:pt x="31368" y="109092"/>
                </a:lnTo>
                <a:lnTo>
                  <a:pt x="38607" y="106044"/>
                </a:lnTo>
                <a:lnTo>
                  <a:pt x="45974" y="103123"/>
                </a:lnTo>
                <a:lnTo>
                  <a:pt x="53848" y="101600"/>
                </a:lnTo>
                <a:lnTo>
                  <a:pt x="109247" y="101600"/>
                </a:lnTo>
                <a:lnTo>
                  <a:pt x="108965" y="101218"/>
                </a:lnTo>
                <a:lnTo>
                  <a:pt x="103886" y="96900"/>
                </a:lnTo>
                <a:lnTo>
                  <a:pt x="98805" y="92709"/>
                </a:lnTo>
                <a:lnTo>
                  <a:pt x="92963" y="89407"/>
                </a:lnTo>
                <a:lnTo>
                  <a:pt x="86298" y="87395"/>
                </a:lnTo>
                <a:lnTo>
                  <a:pt x="79628" y="85216"/>
                </a:lnTo>
                <a:lnTo>
                  <a:pt x="72389" y="84073"/>
                </a:lnTo>
                <a:close/>
              </a:path>
              <a:path w="473710" h="234314">
                <a:moveTo>
                  <a:pt x="221166" y="206375"/>
                </a:moveTo>
                <a:lnTo>
                  <a:pt x="201802" y="206375"/>
                </a:lnTo>
                <a:lnTo>
                  <a:pt x="206710" y="212752"/>
                </a:lnTo>
                <a:lnTo>
                  <a:pt x="240411" y="232394"/>
                </a:lnTo>
                <a:lnTo>
                  <a:pt x="248497" y="233828"/>
                </a:lnTo>
                <a:lnTo>
                  <a:pt x="249537" y="233828"/>
                </a:lnTo>
                <a:lnTo>
                  <a:pt x="255650" y="234187"/>
                </a:lnTo>
                <a:lnTo>
                  <a:pt x="298561" y="221503"/>
                </a:lnTo>
                <a:lnTo>
                  <a:pt x="304985" y="216407"/>
                </a:lnTo>
                <a:lnTo>
                  <a:pt x="245617" y="216407"/>
                </a:lnTo>
                <a:lnTo>
                  <a:pt x="238378" y="215010"/>
                </a:lnTo>
                <a:lnTo>
                  <a:pt x="231648" y="211962"/>
                </a:lnTo>
                <a:lnTo>
                  <a:pt x="224916" y="209041"/>
                </a:lnTo>
                <a:lnTo>
                  <a:pt x="221166" y="206375"/>
                </a:lnTo>
                <a:close/>
              </a:path>
              <a:path w="473710" h="234314">
                <a:moveTo>
                  <a:pt x="201167" y="0"/>
                </a:moveTo>
                <a:lnTo>
                  <a:pt x="180339" y="0"/>
                </a:lnTo>
                <a:lnTo>
                  <a:pt x="180339" y="230377"/>
                </a:lnTo>
                <a:lnTo>
                  <a:pt x="201167" y="230377"/>
                </a:lnTo>
                <a:lnTo>
                  <a:pt x="201167" y="206375"/>
                </a:lnTo>
                <a:lnTo>
                  <a:pt x="221166" y="206375"/>
                </a:lnTo>
                <a:lnTo>
                  <a:pt x="198627" y="167258"/>
                </a:lnTo>
                <a:lnTo>
                  <a:pt x="198627" y="151002"/>
                </a:lnTo>
                <a:lnTo>
                  <a:pt x="199946" y="143811"/>
                </a:lnTo>
                <a:lnTo>
                  <a:pt x="200025" y="143382"/>
                </a:lnTo>
                <a:lnTo>
                  <a:pt x="205460" y="129793"/>
                </a:lnTo>
                <a:lnTo>
                  <a:pt x="205562" y="129539"/>
                </a:lnTo>
                <a:lnTo>
                  <a:pt x="209423" y="123316"/>
                </a:lnTo>
                <a:lnTo>
                  <a:pt x="214249" y="118109"/>
                </a:lnTo>
                <a:lnTo>
                  <a:pt x="219201" y="112902"/>
                </a:lnTo>
                <a:lnTo>
                  <a:pt x="219916" y="112394"/>
                </a:lnTo>
                <a:lnTo>
                  <a:pt x="201167" y="112394"/>
                </a:lnTo>
                <a:lnTo>
                  <a:pt x="201167" y="0"/>
                </a:lnTo>
                <a:close/>
              </a:path>
              <a:path w="473710" h="234314">
                <a:moveTo>
                  <a:pt x="304701" y="101600"/>
                </a:moveTo>
                <a:lnTo>
                  <a:pt x="262127" y="101600"/>
                </a:lnTo>
                <a:lnTo>
                  <a:pt x="269748" y="103123"/>
                </a:lnTo>
                <a:lnTo>
                  <a:pt x="276478" y="106044"/>
                </a:lnTo>
                <a:lnTo>
                  <a:pt x="306205" y="143811"/>
                </a:lnTo>
                <a:lnTo>
                  <a:pt x="307445" y="167258"/>
                </a:lnTo>
                <a:lnTo>
                  <a:pt x="306196" y="174497"/>
                </a:lnTo>
                <a:lnTo>
                  <a:pt x="283082" y="209041"/>
                </a:lnTo>
                <a:lnTo>
                  <a:pt x="276478" y="211962"/>
                </a:lnTo>
                <a:lnTo>
                  <a:pt x="269748" y="215010"/>
                </a:lnTo>
                <a:lnTo>
                  <a:pt x="262127" y="216407"/>
                </a:lnTo>
                <a:lnTo>
                  <a:pt x="304985" y="216407"/>
                </a:lnTo>
                <a:lnTo>
                  <a:pt x="326437" y="181669"/>
                </a:lnTo>
                <a:lnTo>
                  <a:pt x="327995" y="174878"/>
                </a:lnTo>
                <a:lnTo>
                  <a:pt x="328082" y="174497"/>
                </a:lnTo>
                <a:lnTo>
                  <a:pt x="329056" y="167258"/>
                </a:lnTo>
                <a:lnTo>
                  <a:pt x="329104" y="166897"/>
                </a:lnTo>
                <a:lnTo>
                  <a:pt x="329438" y="159131"/>
                </a:lnTo>
                <a:lnTo>
                  <a:pt x="329104" y="151346"/>
                </a:lnTo>
                <a:lnTo>
                  <a:pt x="328104" y="143811"/>
                </a:lnTo>
                <a:lnTo>
                  <a:pt x="326437" y="136538"/>
                </a:lnTo>
                <a:lnTo>
                  <a:pt x="324188" y="129793"/>
                </a:lnTo>
                <a:lnTo>
                  <a:pt x="324103" y="129539"/>
                </a:lnTo>
                <a:lnTo>
                  <a:pt x="321173" y="122918"/>
                </a:lnTo>
                <a:lnTo>
                  <a:pt x="317706" y="116760"/>
                </a:lnTo>
                <a:lnTo>
                  <a:pt x="313691" y="111055"/>
                </a:lnTo>
                <a:lnTo>
                  <a:pt x="309169" y="105850"/>
                </a:lnTo>
                <a:lnTo>
                  <a:pt x="304701" y="101600"/>
                </a:lnTo>
                <a:close/>
              </a:path>
              <a:path w="473710" h="234314">
                <a:moveTo>
                  <a:pt x="255650" y="84073"/>
                </a:moveTo>
                <a:lnTo>
                  <a:pt x="218572" y="95285"/>
                </a:lnTo>
                <a:lnTo>
                  <a:pt x="201802" y="112394"/>
                </a:lnTo>
                <a:lnTo>
                  <a:pt x="219916" y="112394"/>
                </a:lnTo>
                <a:lnTo>
                  <a:pt x="224916" y="108838"/>
                </a:lnTo>
                <a:lnTo>
                  <a:pt x="238086" y="103123"/>
                </a:lnTo>
                <a:lnTo>
                  <a:pt x="237720" y="103123"/>
                </a:lnTo>
                <a:lnTo>
                  <a:pt x="245617" y="101600"/>
                </a:lnTo>
                <a:lnTo>
                  <a:pt x="304701" y="101600"/>
                </a:lnTo>
                <a:lnTo>
                  <a:pt x="304095" y="101024"/>
                </a:lnTo>
                <a:lnTo>
                  <a:pt x="264367" y="84526"/>
                </a:lnTo>
                <a:lnTo>
                  <a:pt x="265478" y="84526"/>
                </a:lnTo>
                <a:lnTo>
                  <a:pt x="255650" y="84073"/>
                </a:lnTo>
                <a:close/>
              </a:path>
              <a:path w="473710" h="234314">
                <a:moveTo>
                  <a:pt x="379983" y="194182"/>
                </a:moveTo>
                <a:lnTo>
                  <a:pt x="363600" y="206375"/>
                </a:lnTo>
                <a:lnTo>
                  <a:pt x="368813" y="213042"/>
                </a:lnTo>
                <a:lnTo>
                  <a:pt x="374729" y="218757"/>
                </a:lnTo>
                <a:lnTo>
                  <a:pt x="411962" y="233759"/>
                </a:lnTo>
                <a:lnTo>
                  <a:pt x="419988" y="234187"/>
                </a:lnTo>
                <a:lnTo>
                  <a:pt x="426465" y="234187"/>
                </a:lnTo>
                <a:lnTo>
                  <a:pt x="432942" y="233425"/>
                </a:lnTo>
                <a:lnTo>
                  <a:pt x="439292" y="231901"/>
                </a:lnTo>
                <a:lnTo>
                  <a:pt x="445458" y="230330"/>
                </a:lnTo>
                <a:lnTo>
                  <a:pt x="445591" y="230330"/>
                </a:lnTo>
                <a:lnTo>
                  <a:pt x="451484" y="227710"/>
                </a:lnTo>
                <a:lnTo>
                  <a:pt x="461644" y="220598"/>
                </a:lnTo>
                <a:lnTo>
                  <a:pt x="465486" y="216407"/>
                </a:lnTo>
                <a:lnTo>
                  <a:pt x="411225" y="216407"/>
                </a:lnTo>
                <a:lnTo>
                  <a:pt x="403351" y="214248"/>
                </a:lnTo>
                <a:lnTo>
                  <a:pt x="396239" y="210057"/>
                </a:lnTo>
                <a:lnTo>
                  <a:pt x="389127" y="205739"/>
                </a:lnTo>
                <a:lnTo>
                  <a:pt x="383666" y="200532"/>
                </a:lnTo>
                <a:lnTo>
                  <a:pt x="379983" y="194182"/>
                </a:lnTo>
                <a:close/>
              </a:path>
              <a:path w="473710" h="234314">
                <a:moveTo>
                  <a:pt x="421258" y="84073"/>
                </a:moveTo>
                <a:lnTo>
                  <a:pt x="414654" y="84073"/>
                </a:lnTo>
                <a:lnTo>
                  <a:pt x="408304" y="84962"/>
                </a:lnTo>
                <a:lnTo>
                  <a:pt x="374594" y="106679"/>
                </a:lnTo>
                <a:lnTo>
                  <a:pt x="370331" y="118237"/>
                </a:lnTo>
                <a:lnTo>
                  <a:pt x="370331" y="132206"/>
                </a:lnTo>
                <a:lnTo>
                  <a:pt x="397637" y="160146"/>
                </a:lnTo>
                <a:lnTo>
                  <a:pt x="402336" y="161670"/>
                </a:lnTo>
                <a:lnTo>
                  <a:pt x="411099" y="164083"/>
                </a:lnTo>
                <a:lnTo>
                  <a:pt x="420768" y="166514"/>
                </a:lnTo>
                <a:lnTo>
                  <a:pt x="429212" y="169052"/>
                </a:lnTo>
                <a:lnTo>
                  <a:pt x="436441" y="171709"/>
                </a:lnTo>
                <a:lnTo>
                  <a:pt x="442467" y="174497"/>
                </a:lnTo>
                <a:lnTo>
                  <a:pt x="449579" y="178307"/>
                </a:lnTo>
                <a:lnTo>
                  <a:pt x="453263" y="183895"/>
                </a:lnTo>
                <a:lnTo>
                  <a:pt x="453263" y="196087"/>
                </a:lnTo>
                <a:lnTo>
                  <a:pt x="452374" y="200025"/>
                </a:lnTo>
                <a:lnTo>
                  <a:pt x="450468" y="203072"/>
                </a:lnTo>
                <a:lnTo>
                  <a:pt x="448690" y="206247"/>
                </a:lnTo>
                <a:lnTo>
                  <a:pt x="446277" y="208787"/>
                </a:lnTo>
                <a:lnTo>
                  <a:pt x="440181" y="212851"/>
                </a:lnTo>
                <a:lnTo>
                  <a:pt x="436625" y="214375"/>
                </a:lnTo>
                <a:lnTo>
                  <a:pt x="432562" y="215137"/>
                </a:lnTo>
                <a:lnTo>
                  <a:pt x="428498" y="216026"/>
                </a:lnTo>
                <a:lnTo>
                  <a:pt x="424179" y="216407"/>
                </a:lnTo>
                <a:lnTo>
                  <a:pt x="465486" y="216407"/>
                </a:lnTo>
                <a:lnTo>
                  <a:pt x="465836" y="216026"/>
                </a:lnTo>
                <a:lnTo>
                  <a:pt x="468883" y="210438"/>
                </a:lnTo>
                <a:lnTo>
                  <a:pt x="472058" y="204977"/>
                </a:lnTo>
                <a:lnTo>
                  <a:pt x="473582" y="198119"/>
                </a:lnTo>
                <a:lnTo>
                  <a:pt x="473582" y="189991"/>
                </a:lnTo>
                <a:lnTo>
                  <a:pt x="446182" y="154495"/>
                </a:lnTo>
                <a:lnTo>
                  <a:pt x="415990" y="146155"/>
                </a:lnTo>
                <a:lnTo>
                  <a:pt x="408955" y="144002"/>
                </a:lnTo>
                <a:lnTo>
                  <a:pt x="403088" y="141634"/>
                </a:lnTo>
                <a:lnTo>
                  <a:pt x="398399" y="139064"/>
                </a:lnTo>
                <a:lnTo>
                  <a:pt x="392938" y="135635"/>
                </a:lnTo>
                <a:lnTo>
                  <a:pt x="390143" y="130428"/>
                </a:lnTo>
                <a:lnTo>
                  <a:pt x="390143" y="119887"/>
                </a:lnTo>
                <a:lnTo>
                  <a:pt x="416687" y="101600"/>
                </a:lnTo>
                <a:lnTo>
                  <a:pt x="465094" y="101600"/>
                </a:lnTo>
                <a:lnTo>
                  <a:pt x="462518" y="98885"/>
                </a:lnTo>
                <a:lnTo>
                  <a:pt x="428640" y="84500"/>
                </a:lnTo>
                <a:lnTo>
                  <a:pt x="421258" y="84073"/>
                </a:lnTo>
                <a:close/>
              </a:path>
              <a:path w="473710" h="234314">
                <a:moveTo>
                  <a:pt x="465094" y="101600"/>
                </a:moveTo>
                <a:lnTo>
                  <a:pt x="428243" y="101600"/>
                </a:lnTo>
                <a:lnTo>
                  <a:pt x="435863" y="103504"/>
                </a:lnTo>
                <a:lnTo>
                  <a:pt x="435563" y="103504"/>
                </a:lnTo>
                <a:lnTo>
                  <a:pt x="441578" y="107187"/>
                </a:lnTo>
                <a:lnTo>
                  <a:pt x="447801" y="110870"/>
                </a:lnTo>
                <a:lnTo>
                  <a:pt x="452374" y="115696"/>
                </a:lnTo>
                <a:lnTo>
                  <a:pt x="455294" y="121665"/>
                </a:lnTo>
                <a:lnTo>
                  <a:pt x="471296" y="109727"/>
                </a:lnTo>
                <a:lnTo>
                  <a:pt x="467342" y="103967"/>
                </a:lnTo>
                <a:lnTo>
                  <a:pt x="465094" y="10160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630" y="4250816"/>
            <a:ext cx="4649597" cy="23596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267327" y="4925948"/>
            <a:ext cx="452755" cy="234315"/>
          </a:xfrm>
          <a:custGeom>
            <a:avLst/>
            <a:gdLst/>
            <a:ahLst/>
            <a:cxnLst/>
            <a:rect l="l" t="t" r="r" b="b"/>
            <a:pathLst>
              <a:path w="452754" h="234314">
                <a:moveTo>
                  <a:pt x="76200" y="84074"/>
                </a:moveTo>
                <a:lnTo>
                  <a:pt x="66581" y="84476"/>
                </a:lnTo>
                <a:lnTo>
                  <a:pt x="67327" y="84476"/>
                </a:lnTo>
                <a:lnTo>
                  <a:pt x="59594" y="85502"/>
                </a:lnTo>
                <a:lnTo>
                  <a:pt x="20827" y="105537"/>
                </a:lnTo>
                <a:lnTo>
                  <a:pt x="1369" y="143382"/>
                </a:lnTo>
                <a:lnTo>
                  <a:pt x="0" y="159131"/>
                </a:lnTo>
                <a:lnTo>
                  <a:pt x="333" y="167008"/>
                </a:lnTo>
                <a:lnTo>
                  <a:pt x="1362" y="174751"/>
                </a:lnTo>
                <a:lnTo>
                  <a:pt x="2950" y="181737"/>
                </a:lnTo>
                <a:lnTo>
                  <a:pt x="3000" y="181955"/>
                </a:lnTo>
                <a:lnTo>
                  <a:pt x="5207" y="188594"/>
                </a:lnTo>
                <a:lnTo>
                  <a:pt x="5334" y="188975"/>
                </a:lnTo>
                <a:lnTo>
                  <a:pt x="8362" y="195617"/>
                </a:lnTo>
                <a:lnTo>
                  <a:pt x="37990" y="225407"/>
                </a:lnTo>
                <a:lnTo>
                  <a:pt x="76200" y="234187"/>
                </a:lnTo>
                <a:lnTo>
                  <a:pt x="83638" y="233830"/>
                </a:lnTo>
                <a:lnTo>
                  <a:pt x="84665" y="233830"/>
                </a:lnTo>
                <a:lnTo>
                  <a:pt x="120221" y="219519"/>
                </a:lnTo>
                <a:lnTo>
                  <a:pt x="123697" y="216407"/>
                </a:lnTo>
                <a:lnTo>
                  <a:pt x="67818" y="216407"/>
                </a:lnTo>
                <a:lnTo>
                  <a:pt x="60325" y="215011"/>
                </a:lnTo>
                <a:lnTo>
                  <a:pt x="53594" y="211962"/>
                </a:lnTo>
                <a:lnTo>
                  <a:pt x="46862" y="209042"/>
                </a:lnTo>
                <a:lnTo>
                  <a:pt x="41148" y="204977"/>
                </a:lnTo>
                <a:lnTo>
                  <a:pt x="21844" y="167258"/>
                </a:lnTo>
                <a:lnTo>
                  <a:pt x="21844" y="151002"/>
                </a:lnTo>
                <a:lnTo>
                  <a:pt x="36702" y="118109"/>
                </a:lnTo>
                <a:lnTo>
                  <a:pt x="41401" y="112902"/>
                </a:lnTo>
                <a:lnTo>
                  <a:pt x="47244" y="108838"/>
                </a:lnTo>
                <a:lnTo>
                  <a:pt x="60290" y="103122"/>
                </a:lnTo>
                <a:lnTo>
                  <a:pt x="59908" y="103122"/>
                </a:lnTo>
                <a:lnTo>
                  <a:pt x="68072" y="101600"/>
                </a:lnTo>
                <a:lnTo>
                  <a:pt x="122533" y="101600"/>
                </a:lnTo>
                <a:lnTo>
                  <a:pt x="118649" y="98155"/>
                </a:lnTo>
                <a:lnTo>
                  <a:pt x="83369" y="84476"/>
                </a:lnTo>
                <a:lnTo>
                  <a:pt x="76200" y="84074"/>
                </a:lnTo>
                <a:close/>
              </a:path>
              <a:path w="452754" h="234314">
                <a:moveTo>
                  <a:pt x="114808" y="197865"/>
                </a:moveTo>
                <a:lnTo>
                  <a:pt x="110744" y="203326"/>
                </a:lnTo>
                <a:lnTo>
                  <a:pt x="105663" y="207771"/>
                </a:lnTo>
                <a:lnTo>
                  <a:pt x="99313" y="211200"/>
                </a:lnTo>
                <a:lnTo>
                  <a:pt x="92963" y="214756"/>
                </a:lnTo>
                <a:lnTo>
                  <a:pt x="85344" y="216407"/>
                </a:lnTo>
                <a:lnTo>
                  <a:pt x="123697" y="216407"/>
                </a:lnTo>
                <a:lnTo>
                  <a:pt x="125541" y="214756"/>
                </a:lnTo>
                <a:lnTo>
                  <a:pt x="130301" y="209423"/>
                </a:lnTo>
                <a:lnTo>
                  <a:pt x="114808" y="197865"/>
                </a:lnTo>
                <a:close/>
              </a:path>
              <a:path w="452754" h="234314">
                <a:moveTo>
                  <a:pt x="122533" y="101600"/>
                </a:moveTo>
                <a:lnTo>
                  <a:pt x="84200" y="101600"/>
                </a:lnTo>
                <a:lnTo>
                  <a:pt x="91312" y="103250"/>
                </a:lnTo>
                <a:lnTo>
                  <a:pt x="104521" y="110362"/>
                </a:lnTo>
                <a:lnTo>
                  <a:pt x="109600" y="114934"/>
                </a:lnTo>
                <a:lnTo>
                  <a:pt x="112902" y="120395"/>
                </a:lnTo>
                <a:lnTo>
                  <a:pt x="129159" y="108838"/>
                </a:lnTo>
                <a:lnTo>
                  <a:pt x="124360" y="103250"/>
                </a:lnTo>
                <a:lnTo>
                  <a:pt x="124249" y="103122"/>
                </a:lnTo>
                <a:lnTo>
                  <a:pt x="122533" y="101600"/>
                </a:lnTo>
                <a:close/>
              </a:path>
              <a:path w="452754" h="234314">
                <a:moveTo>
                  <a:pt x="230377" y="84074"/>
                </a:moveTo>
                <a:lnTo>
                  <a:pt x="189642" y="96567"/>
                </a:lnTo>
                <a:lnTo>
                  <a:pt x="163830" y="129286"/>
                </a:lnTo>
                <a:lnTo>
                  <a:pt x="158496" y="159131"/>
                </a:lnTo>
                <a:lnTo>
                  <a:pt x="158653" y="162813"/>
                </a:lnTo>
                <a:lnTo>
                  <a:pt x="158729" y="164592"/>
                </a:lnTo>
                <a:lnTo>
                  <a:pt x="158833" y="167008"/>
                </a:lnTo>
                <a:lnTo>
                  <a:pt x="174781" y="207567"/>
                </a:lnTo>
                <a:lnTo>
                  <a:pt x="209724" y="230973"/>
                </a:lnTo>
                <a:lnTo>
                  <a:pt x="232156" y="234187"/>
                </a:lnTo>
                <a:lnTo>
                  <a:pt x="239065" y="233830"/>
                </a:lnTo>
                <a:lnTo>
                  <a:pt x="240285" y="233830"/>
                </a:lnTo>
                <a:lnTo>
                  <a:pt x="279955" y="217757"/>
                </a:lnTo>
                <a:lnTo>
                  <a:pt x="281427" y="216407"/>
                </a:lnTo>
                <a:lnTo>
                  <a:pt x="224917" y="216407"/>
                </a:lnTo>
                <a:lnTo>
                  <a:pt x="218059" y="215011"/>
                </a:lnTo>
                <a:lnTo>
                  <a:pt x="211862" y="212228"/>
                </a:lnTo>
                <a:lnTo>
                  <a:pt x="205486" y="209550"/>
                </a:lnTo>
                <a:lnTo>
                  <a:pt x="200025" y="205739"/>
                </a:lnTo>
                <a:lnTo>
                  <a:pt x="180212" y="171703"/>
                </a:lnTo>
                <a:lnTo>
                  <a:pt x="180086" y="164592"/>
                </a:lnTo>
                <a:lnTo>
                  <a:pt x="298323" y="164592"/>
                </a:lnTo>
                <a:lnTo>
                  <a:pt x="298576" y="162813"/>
                </a:lnTo>
                <a:lnTo>
                  <a:pt x="298703" y="154812"/>
                </a:lnTo>
                <a:lnTo>
                  <a:pt x="298558" y="151181"/>
                </a:lnTo>
                <a:lnTo>
                  <a:pt x="298434" y="148081"/>
                </a:lnTo>
                <a:lnTo>
                  <a:pt x="180339" y="148081"/>
                </a:lnTo>
                <a:lnTo>
                  <a:pt x="180629" y="143541"/>
                </a:lnTo>
                <a:lnTo>
                  <a:pt x="180721" y="142112"/>
                </a:lnTo>
                <a:lnTo>
                  <a:pt x="182245" y="136270"/>
                </a:lnTo>
                <a:lnTo>
                  <a:pt x="184912" y="130682"/>
                </a:lnTo>
                <a:lnTo>
                  <a:pt x="187451" y="125094"/>
                </a:lnTo>
                <a:lnTo>
                  <a:pt x="223393" y="101600"/>
                </a:lnTo>
                <a:lnTo>
                  <a:pt x="277786" y="101600"/>
                </a:lnTo>
                <a:lnTo>
                  <a:pt x="276703" y="100504"/>
                </a:lnTo>
                <a:lnTo>
                  <a:pt x="238519" y="84431"/>
                </a:lnTo>
                <a:lnTo>
                  <a:pt x="230377" y="84074"/>
                </a:lnTo>
                <a:close/>
              </a:path>
              <a:path w="452754" h="234314">
                <a:moveTo>
                  <a:pt x="278002" y="191769"/>
                </a:moveTo>
                <a:lnTo>
                  <a:pt x="247221" y="214566"/>
                </a:lnTo>
                <a:lnTo>
                  <a:pt x="232156" y="216407"/>
                </a:lnTo>
                <a:lnTo>
                  <a:pt x="281427" y="216407"/>
                </a:lnTo>
                <a:lnTo>
                  <a:pt x="286875" y="211413"/>
                </a:lnTo>
                <a:lnTo>
                  <a:pt x="293497" y="203962"/>
                </a:lnTo>
                <a:lnTo>
                  <a:pt x="278002" y="191769"/>
                </a:lnTo>
                <a:close/>
              </a:path>
              <a:path w="452754" h="234314">
                <a:moveTo>
                  <a:pt x="277786" y="101600"/>
                </a:moveTo>
                <a:lnTo>
                  <a:pt x="230377" y="101600"/>
                </a:lnTo>
                <a:lnTo>
                  <a:pt x="240879" y="102413"/>
                </a:lnTo>
                <a:lnTo>
                  <a:pt x="250094" y="104870"/>
                </a:lnTo>
                <a:lnTo>
                  <a:pt x="276348" y="138489"/>
                </a:lnTo>
                <a:lnTo>
                  <a:pt x="277445" y="147671"/>
                </a:lnTo>
                <a:lnTo>
                  <a:pt x="277495" y="148081"/>
                </a:lnTo>
                <a:lnTo>
                  <a:pt x="298434" y="148081"/>
                </a:lnTo>
                <a:lnTo>
                  <a:pt x="298418" y="147671"/>
                </a:lnTo>
                <a:lnTo>
                  <a:pt x="288824" y="115696"/>
                </a:lnTo>
                <a:lnTo>
                  <a:pt x="288702" y="115458"/>
                </a:lnTo>
                <a:lnTo>
                  <a:pt x="285202" y="110059"/>
                </a:lnTo>
                <a:lnTo>
                  <a:pt x="281177" y="105028"/>
                </a:lnTo>
                <a:lnTo>
                  <a:pt x="277786" y="101600"/>
                </a:lnTo>
                <a:close/>
              </a:path>
              <a:path w="452754" h="234314">
                <a:moveTo>
                  <a:pt x="362965" y="18414"/>
                </a:moveTo>
                <a:lnTo>
                  <a:pt x="355600" y="18414"/>
                </a:lnTo>
                <a:lnTo>
                  <a:pt x="352298" y="19684"/>
                </a:lnTo>
                <a:lnTo>
                  <a:pt x="349250" y="22478"/>
                </a:lnTo>
                <a:lnTo>
                  <a:pt x="346201" y="25145"/>
                </a:lnTo>
                <a:lnTo>
                  <a:pt x="344677" y="28701"/>
                </a:lnTo>
                <a:lnTo>
                  <a:pt x="344677" y="37211"/>
                </a:lnTo>
                <a:lnTo>
                  <a:pt x="346201" y="40767"/>
                </a:lnTo>
                <a:lnTo>
                  <a:pt x="352298" y="46100"/>
                </a:lnTo>
                <a:lnTo>
                  <a:pt x="355600" y="47498"/>
                </a:lnTo>
                <a:lnTo>
                  <a:pt x="362965" y="47498"/>
                </a:lnTo>
                <a:lnTo>
                  <a:pt x="366268" y="46100"/>
                </a:lnTo>
                <a:lnTo>
                  <a:pt x="372363" y="40767"/>
                </a:lnTo>
                <a:lnTo>
                  <a:pt x="373888" y="37211"/>
                </a:lnTo>
                <a:lnTo>
                  <a:pt x="373888" y="28701"/>
                </a:lnTo>
                <a:lnTo>
                  <a:pt x="372363" y="25145"/>
                </a:lnTo>
                <a:lnTo>
                  <a:pt x="369315" y="22478"/>
                </a:lnTo>
                <a:lnTo>
                  <a:pt x="366268" y="19684"/>
                </a:lnTo>
                <a:lnTo>
                  <a:pt x="362965" y="18414"/>
                </a:lnTo>
                <a:close/>
              </a:path>
              <a:path w="452754" h="234314">
                <a:moveTo>
                  <a:pt x="369697" y="87883"/>
                </a:moveTo>
                <a:lnTo>
                  <a:pt x="348869" y="87883"/>
                </a:lnTo>
                <a:lnTo>
                  <a:pt x="348869" y="230377"/>
                </a:lnTo>
                <a:lnTo>
                  <a:pt x="369697" y="230377"/>
                </a:lnTo>
                <a:lnTo>
                  <a:pt x="369697" y="87883"/>
                </a:lnTo>
                <a:close/>
              </a:path>
              <a:path w="452754" h="234314">
                <a:moveTo>
                  <a:pt x="452247" y="0"/>
                </a:moveTo>
                <a:lnTo>
                  <a:pt x="431419" y="0"/>
                </a:lnTo>
                <a:lnTo>
                  <a:pt x="431419" y="230377"/>
                </a:lnTo>
                <a:lnTo>
                  <a:pt x="452247" y="230377"/>
                </a:lnTo>
                <a:lnTo>
                  <a:pt x="452247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78326" y="4839970"/>
            <a:ext cx="12128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53865" y="5598934"/>
            <a:ext cx="666115" cy="238125"/>
          </a:xfrm>
          <a:custGeom>
            <a:avLst/>
            <a:gdLst/>
            <a:ahLst/>
            <a:cxnLst/>
            <a:rect l="l" t="t" r="r" b="b"/>
            <a:pathLst>
              <a:path w="666114" h="238125">
                <a:moveTo>
                  <a:pt x="50673" y="108788"/>
                </a:moveTo>
                <a:lnTo>
                  <a:pt x="29845" y="108788"/>
                </a:lnTo>
                <a:lnTo>
                  <a:pt x="29845" y="234099"/>
                </a:lnTo>
                <a:lnTo>
                  <a:pt x="50673" y="234099"/>
                </a:lnTo>
                <a:lnTo>
                  <a:pt x="50673" y="108788"/>
                </a:lnTo>
                <a:close/>
              </a:path>
              <a:path w="666114" h="238125">
                <a:moveTo>
                  <a:pt x="84074" y="91528"/>
                </a:moveTo>
                <a:lnTo>
                  <a:pt x="0" y="91528"/>
                </a:lnTo>
                <a:lnTo>
                  <a:pt x="0" y="108788"/>
                </a:lnTo>
                <a:lnTo>
                  <a:pt x="84074" y="108788"/>
                </a:lnTo>
                <a:lnTo>
                  <a:pt x="84074" y="91528"/>
                </a:lnTo>
                <a:close/>
              </a:path>
              <a:path w="666114" h="238125">
                <a:moveTo>
                  <a:pt x="81025" y="0"/>
                </a:moveTo>
                <a:lnTo>
                  <a:pt x="78359" y="0"/>
                </a:lnTo>
                <a:lnTo>
                  <a:pt x="66784" y="878"/>
                </a:lnTo>
                <a:lnTo>
                  <a:pt x="32797" y="30675"/>
                </a:lnTo>
                <a:lnTo>
                  <a:pt x="29845" y="52387"/>
                </a:lnTo>
                <a:lnTo>
                  <a:pt x="29845" y="91528"/>
                </a:lnTo>
                <a:lnTo>
                  <a:pt x="50673" y="91528"/>
                </a:lnTo>
                <a:lnTo>
                  <a:pt x="50673" y="49860"/>
                </a:lnTo>
                <a:lnTo>
                  <a:pt x="50926" y="45072"/>
                </a:lnTo>
                <a:lnTo>
                  <a:pt x="51631" y="40892"/>
                </a:lnTo>
                <a:lnTo>
                  <a:pt x="52324" y="36042"/>
                </a:lnTo>
                <a:lnTo>
                  <a:pt x="53721" y="32118"/>
                </a:lnTo>
                <a:lnTo>
                  <a:pt x="57531" y="25476"/>
                </a:lnTo>
                <a:lnTo>
                  <a:pt x="60325" y="22898"/>
                </a:lnTo>
                <a:lnTo>
                  <a:pt x="63754" y="21056"/>
                </a:lnTo>
                <a:lnTo>
                  <a:pt x="67186" y="19291"/>
                </a:lnTo>
                <a:lnTo>
                  <a:pt x="66996" y="19291"/>
                </a:lnTo>
                <a:lnTo>
                  <a:pt x="71882" y="18300"/>
                </a:lnTo>
                <a:lnTo>
                  <a:pt x="92113" y="18300"/>
                </a:lnTo>
                <a:lnTo>
                  <a:pt x="95376" y="2082"/>
                </a:lnTo>
                <a:lnTo>
                  <a:pt x="92710" y="1282"/>
                </a:lnTo>
                <a:lnTo>
                  <a:pt x="89915" y="736"/>
                </a:lnTo>
                <a:lnTo>
                  <a:pt x="83820" y="152"/>
                </a:lnTo>
                <a:lnTo>
                  <a:pt x="81025" y="0"/>
                </a:lnTo>
                <a:close/>
              </a:path>
              <a:path w="666114" h="238125">
                <a:moveTo>
                  <a:pt x="92113" y="18300"/>
                </a:moveTo>
                <a:lnTo>
                  <a:pt x="80137" y="18300"/>
                </a:lnTo>
                <a:lnTo>
                  <a:pt x="82676" y="18503"/>
                </a:lnTo>
                <a:lnTo>
                  <a:pt x="87122" y="19291"/>
                </a:lnTo>
                <a:lnTo>
                  <a:pt x="89408" y="19786"/>
                </a:lnTo>
                <a:lnTo>
                  <a:pt x="91694" y="20383"/>
                </a:lnTo>
                <a:lnTo>
                  <a:pt x="92072" y="18503"/>
                </a:lnTo>
                <a:lnTo>
                  <a:pt x="92113" y="18300"/>
                </a:lnTo>
                <a:close/>
              </a:path>
              <a:path w="666114" h="238125">
                <a:moveTo>
                  <a:pt x="141097" y="3721"/>
                </a:moveTo>
                <a:lnTo>
                  <a:pt x="120269" y="3721"/>
                </a:lnTo>
                <a:lnTo>
                  <a:pt x="120269" y="234099"/>
                </a:lnTo>
                <a:lnTo>
                  <a:pt x="141097" y="234099"/>
                </a:lnTo>
                <a:lnTo>
                  <a:pt x="141097" y="3721"/>
                </a:lnTo>
                <a:close/>
              </a:path>
              <a:path w="666114" h="238125">
                <a:moveTo>
                  <a:pt x="267588" y="87807"/>
                </a:moveTo>
                <a:lnTo>
                  <a:pt x="230374" y="96562"/>
                </a:lnTo>
                <a:lnTo>
                  <a:pt x="200406" y="126285"/>
                </a:lnTo>
                <a:lnTo>
                  <a:pt x="191770" y="162814"/>
                </a:lnTo>
                <a:lnTo>
                  <a:pt x="192113" y="170751"/>
                </a:lnTo>
                <a:lnTo>
                  <a:pt x="208216" y="211211"/>
                </a:lnTo>
                <a:lnTo>
                  <a:pt x="244300" y="234643"/>
                </a:lnTo>
                <a:lnTo>
                  <a:pt x="267588" y="237820"/>
                </a:lnTo>
                <a:lnTo>
                  <a:pt x="275784" y="237467"/>
                </a:lnTo>
                <a:lnTo>
                  <a:pt x="317164" y="221217"/>
                </a:lnTo>
                <a:lnTo>
                  <a:pt x="318391" y="220116"/>
                </a:lnTo>
                <a:lnTo>
                  <a:pt x="259334" y="220116"/>
                </a:lnTo>
                <a:lnTo>
                  <a:pt x="251840" y="218630"/>
                </a:lnTo>
                <a:lnTo>
                  <a:pt x="219963" y="192214"/>
                </a:lnTo>
                <a:lnTo>
                  <a:pt x="213613" y="170751"/>
                </a:lnTo>
                <a:lnTo>
                  <a:pt x="213613" y="154876"/>
                </a:lnTo>
                <a:lnTo>
                  <a:pt x="232918" y="116903"/>
                </a:lnTo>
                <a:lnTo>
                  <a:pt x="259334" y="105219"/>
                </a:lnTo>
                <a:lnTo>
                  <a:pt x="318058" y="105219"/>
                </a:lnTo>
                <a:lnTo>
                  <a:pt x="317164" y="104416"/>
                </a:lnTo>
                <a:lnTo>
                  <a:pt x="275784" y="88160"/>
                </a:lnTo>
                <a:lnTo>
                  <a:pt x="267588" y="87807"/>
                </a:lnTo>
                <a:close/>
              </a:path>
              <a:path w="666114" h="238125">
                <a:moveTo>
                  <a:pt x="318058" y="105219"/>
                </a:moveTo>
                <a:lnTo>
                  <a:pt x="275971" y="105219"/>
                </a:lnTo>
                <a:lnTo>
                  <a:pt x="283463" y="106730"/>
                </a:lnTo>
                <a:lnTo>
                  <a:pt x="296925" y="112788"/>
                </a:lnTo>
                <a:lnTo>
                  <a:pt x="320481" y="147226"/>
                </a:lnTo>
                <a:lnTo>
                  <a:pt x="321818" y="154876"/>
                </a:lnTo>
                <a:lnTo>
                  <a:pt x="321818" y="170751"/>
                </a:lnTo>
                <a:lnTo>
                  <a:pt x="302513" y="208610"/>
                </a:lnTo>
                <a:lnTo>
                  <a:pt x="275971" y="220116"/>
                </a:lnTo>
                <a:lnTo>
                  <a:pt x="318391" y="220116"/>
                </a:lnTo>
                <a:lnTo>
                  <a:pt x="340627" y="185629"/>
                </a:lnTo>
                <a:lnTo>
                  <a:pt x="343788" y="162814"/>
                </a:lnTo>
                <a:lnTo>
                  <a:pt x="343434" y="154876"/>
                </a:lnTo>
                <a:lnTo>
                  <a:pt x="327217" y="114417"/>
                </a:lnTo>
                <a:lnTo>
                  <a:pt x="322452" y="109169"/>
                </a:lnTo>
                <a:lnTo>
                  <a:pt x="318058" y="105219"/>
                </a:lnTo>
                <a:close/>
              </a:path>
              <a:path w="666114" h="238125">
                <a:moveTo>
                  <a:pt x="459613" y="87807"/>
                </a:moveTo>
                <a:lnTo>
                  <a:pt x="422398" y="96562"/>
                </a:lnTo>
                <a:lnTo>
                  <a:pt x="392430" y="126285"/>
                </a:lnTo>
                <a:lnTo>
                  <a:pt x="383794" y="162814"/>
                </a:lnTo>
                <a:lnTo>
                  <a:pt x="384137" y="170751"/>
                </a:lnTo>
                <a:lnTo>
                  <a:pt x="400240" y="211211"/>
                </a:lnTo>
                <a:lnTo>
                  <a:pt x="436324" y="234643"/>
                </a:lnTo>
                <a:lnTo>
                  <a:pt x="459613" y="237820"/>
                </a:lnTo>
                <a:lnTo>
                  <a:pt x="467808" y="237467"/>
                </a:lnTo>
                <a:lnTo>
                  <a:pt x="509188" y="221217"/>
                </a:lnTo>
                <a:lnTo>
                  <a:pt x="510415" y="220116"/>
                </a:lnTo>
                <a:lnTo>
                  <a:pt x="451358" y="220116"/>
                </a:lnTo>
                <a:lnTo>
                  <a:pt x="443864" y="218630"/>
                </a:lnTo>
                <a:lnTo>
                  <a:pt x="411988" y="192214"/>
                </a:lnTo>
                <a:lnTo>
                  <a:pt x="405638" y="170751"/>
                </a:lnTo>
                <a:lnTo>
                  <a:pt x="405638" y="154876"/>
                </a:lnTo>
                <a:lnTo>
                  <a:pt x="424942" y="116903"/>
                </a:lnTo>
                <a:lnTo>
                  <a:pt x="451358" y="105219"/>
                </a:lnTo>
                <a:lnTo>
                  <a:pt x="510082" y="105219"/>
                </a:lnTo>
                <a:lnTo>
                  <a:pt x="509188" y="104416"/>
                </a:lnTo>
                <a:lnTo>
                  <a:pt x="467808" y="88160"/>
                </a:lnTo>
                <a:lnTo>
                  <a:pt x="459613" y="87807"/>
                </a:lnTo>
                <a:close/>
              </a:path>
              <a:path w="666114" h="238125">
                <a:moveTo>
                  <a:pt x="510082" y="105219"/>
                </a:moveTo>
                <a:lnTo>
                  <a:pt x="467995" y="105219"/>
                </a:lnTo>
                <a:lnTo>
                  <a:pt x="475488" y="106730"/>
                </a:lnTo>
                <a:lnTo>
                  <a:pt x="488950" y="112788"/>
                </a:lnTo>
                <a:lnTo>
                  <a:pt x="512505" y="147226"/>
                </a:lnTo>
                <a:lnTo>
                  <a:pt x="513842" y="154876"/>
                </a:lnTo>
                <a:lnTo>
                  <a:pt x="513842" y="170751"/>
                </a:lnTo>
                <a:lnTo>
                  <a:pt x="494538" y="208610"/>
                </a:lnTo>
                <a:lnTo>
                  <a:pt x="467995" y="220116"/>
                </a:lnTo>
                <a:lnTo>
                  <a:pt x="510415" y="220116"/>
                </a:lnTo>
                <a:lnTo>
                  <a:pt x="532651" y="185629"/>
                </a:lnTo>
                <a:lnTo>
                  <a:pt x="535813" y="162814"/>
                </a:lnTo>
                <a:lnTo>
                  <a:pt x="535458" y="154876"/>
                </a:lnTo>
                <a:lnTo>
                  <a:pt x="519241" y="114417"/>
                </a:lnTo>
                <a:lnTo>
                  <a:pt x="514476" y="109169"/>
                </a:lnTo>
                <a:lnTo>
                  <a:pt x="510082" y="105219"/>
                </a:lnTo>
                <a:close/>
              </a:path>
              <a:path w="666114" h="238125">
                <a:moveTo>
                  <a:pt x="604647" y="91528"/>
                </a:moveTo>
                <a:lnTo>
                  <a:pt x="584835" y="91528"/>
                </a:lnTo>
                <a:lnTo>
                  <a:pt x="585130" y="95300"/>
                </a:lnTo>
                <a:lnTo>
                  <a:pt x="585597" y="101866"/>
                </a:lnTo>
                <a:lnTo>
                  <a:pt x="585703" y="107010"/>
                </a:lnTo>
                <a:lnTo>
                  <a:pt x="585801" y="109834"/>
                </a:lnTo>
                <a:lnTo>
                  <a:pt x="585895" y="112090"/>
                </a:lnTo>
                <a:lnTo>
                  <a:pt x="586009" y="115290"/>
                </a:lnTo>
                <a:lnTo>
                  <a:pt x="586105" y="234099"/>
                </a:lnTo>
                <a:lnTo>
                  <a:pt x="606933" y="234099"/>
                </a:lnTo>
                <a:lnTo>
                  <a:pt x="606933" y="151358"/>
                </a:lnTo>
                <a:lnTo>
                  <a:pt x="608076" y="143192"/>
                </a:lnTo>
                <a:lnTo>
                  <a:pt x="612648" y="129603"/>
                </a:lnTo>
                <a:lnTo>
                  <a:pt x="615696" y="124015"/>
                </a:lnTo>
                <a:lnTo>
                  <a:pt x="619506" y="119659"/>
                </a:lnTo>
                <a:lnTo>
                  <a:pt x="622771" y="115785"/>
                </a:lnTo>
                <a:lnTo>
                  <a:pt x="605789" y="115785"/>
                </a:lnTo>
                <a:lnTo>
                  <a:pt x="605684" y="107010"/>
                </a:lnTo>
                <a:lnTo>
                  <a:pt x="605093" y="96393"/>
                </a:lnTo>
                <a:lnTo>
                  <a:pt x="605027" y="95300"/>
                </a:lnTo>
                <a:lnTo>
                  <a:pt x="604710" y="92158"/>
                </a:lnTo>
                <a:lnTo>
                  <a:pt x="604647" y="91528"/>
                </a:lnTo>
                <a:close/>
              </a:path>
              <a:path w="666114" h="238125">
                <a:moveTo>
                  <a:pt x="657225" y="87909"/>
                </a:moveTo>
                <a:lnTo>
                  <a:pt x="650706" y="87909"/>
                </a:lnTo>
                <a:lnTo>
                  <a:pt x="644764" y="88303"/>
                </a:lnTo>
                <a:lnTo>
                  <a:pt x="609961" y="109834"/>
                </a:lnTo>
                <a:lnTo>
                  <a:pt x="606551" y="115785"/>
                </a:lnTo>
                <a:lnTo>
                  <a:pt x="622771" y="115785"/>
                </a:lnTo>
                <a:lnTo>
                  <a:pt x="623188" y="115290"/>
                </a:lnTo>
                <a:lnTo>
                  <a:pt x="627634" y="112090"/>
                </a:lnTo>
                <a:lnTo>
                  <a:pt x="637794" y="108026"/>
                </a:lnTo>
                <a:lnTo>
                  <a:pt x="643127" y="107010"/>
                </a:lnTo>
                <a:lnTo>
                  <a:pt x="663448" y="107010"/>
                </a:lnTo>
                <a:lnTo>
                  <a:pt x="665923" y="89741"/>
                </a:lnTo>
                <a:lnTo>
                  <a:pt x="665988" y="89293"/>
                </a:lnTo>
                <a:lnTo>
                  <a:pt x="663701" y="88696"/>
                </a:lnTo>
                <a:lnTo>
                  <a:pt x="661415" y="88303"/>
                </a:lnTo>
                <a:lnTo>
                  <a:pt x="657225" y="87909"/>
                </a:lnTo>
                <a:close/>
              </a:path>
              <a:path w="666114" h="238125">
                <a:moveTo>
                  <a:pt x="663448" y="107010"/>
                </a:moveTo>
                <a:lnTo>
                  <a:pt x="651383" y="107010"/>
                </a:lnTo>
                <a:lnTo>
                  <a:pt x="654304" y="107200"/>
                </a:lnTo>
                <a:lnTo>
                  <a:pt x="660023" y="108026"/>
                </a:lnTo>
                <a:lnTo>
                  <a:pt x="661924" y="108394"/>
                </a:lnTo>
                <a:lnTo>
                  <a:pt x="663194" y="108788"/>
                </a:lnTo>
                <a:lnTo>
                  <a:pt x="663303" y="108026"/>
                </a:lnTo>
                <a:lnTo>
                  <a:pt x="663421" y="107200"/>
                </a:lnTo>
                <a:lnTo>
                  <a:pt x="663448" y="10701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2DE3D6F-31B2-DE1E-12C0-BC44DA26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0EDC-1831-41BD-84CC-C3A20A4F7FE3}" type="datetime1">
              <a:rPr lang="en-US" smtClean="0"/>
              <a:t>3/29/2026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6E16A9E-2ABE-D589-E7D1-966E9994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D31991-B1AD-C632-7CEA-0C226852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4" name="object 4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1" name="object 11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946114" y="2063237"/>
            <a:ext cx="7320915" cy="4650105"/>
            <a:chOff x="4339590" y="2208297"/>
            <a:chExt cx="7320915" cy="465010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39590" y="2208297"/>
              <a:ext cx="5709793" cy="46497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55447" y="761441"/>
            <a:ext cx="39922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>
                <a:latin typeface="Times New Roman"/>
                <a:cs typeface="Times New Roman"/>
              </a:rPr>
              <a:t>String</a:t>
            </a:r>
            <a:r>
              <a:rPr sz="4800" spc="-130" dirty="0">
                <a:latin typeface="Times New Roman"/>
                <a:cs typeface="Times New Roman"/>
              </a:rPr>
              <a:t> </a:t>
            </a:r>
            <a:r>
              <a:rPr sz="4800" spc="70" dirty="0">
                <a:latin typeface="Times New Roman"/>
                <a:cs typeface="Times New Roman"/>
              </a:rPr>
              <a:t>in</a:t>
            </a:r>
            <a:r>
              <a:rPr sz="4800" spc="-12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Python</a:t>
            </a:r>
            <a:endParaRPr sz="4800" dirty="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144" y="2767329"/>
            <a:ext cx="3551021" cy="30734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5279" y="3246501"/>
            <a:ext cx="1531048" cy="23418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0791" y="3744555"/>
            <a:ext cx="3631374" cy="235965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490791" y="4189781"/>
            <a:ext cx="1263015" cy="304165"/>
          </a:xfrm>
          <a:custGeom>
            <a:avLst/>
            <a:gdLst/>
            <a:ahLst/>
            <a:cxnLst/>
            <a:rect l="l" t="t" r="r" b="b"/>
            <a:pathLst>
              <a:path w="1263014" h="304164">
                <a:moveTo>
                  <a:pt x="40784" y="206375"/>
                </a:moveTo>
                <a:lnTo>
                  <a:pt x="21437" y="206375"/>
                </a:lnTo>
                <a:lnTo>
                  <a:pt x="26321" y="212752"/>
                </a:lnTo>
                <a:lnTo>
                  <a:pt x="60042" y="232394"/>
                </a:lnTo>
                <a:lnTo>
                  <a:pt x="68142" y="233828"/>
                </a:lnTo>
                <a:lnTo>
                  <a:pt x="69183" y="233828"/>
                </a:lnTo>
                <a:lnTo>
                  <a:pt x="75311" y="234187"/>
                </a:lnTo>
                <a:lnTo>
                  <a:pt x="118232" y="221503"/>
                </a:lnTo>
                <a:lnTo>
                  <a:pt x="124663" y="216407"/>
                </a:lnTo>
                <a:lnTo>
                  <a:pt x="65290" y="216407"/>
                </a:lnTo>
                <a:lnTo>
                  <a:pt x="57975" y="215010"/>
                </a:lnTo>
                <a:lnTo>
                  <a:pt x="51269" y="211962"/>
                </a:lnTo>
                <a:lnTo>
                  <a:pt x="44577" y="209041"/>
                </a:lnTo>
                <a:lnTo>
                  <a:pt x="40784" y="206375"/>
                </a:lnTo>
                <a:close/>
              </a:path>
              <a:path w="1263014" h="304164">
                <a:moveTo>
                  <a:pt x="20840" y="0"/>
                </a:moveTo>
                <a:lnTo>
                  <a:pt x="0" y="0"/>
                </a:lnTo>
                <a:lnTo>
                  <a:pt x="0" y="230377"/>
                </a:lnTo>
                <a:lnTo>
                  <a:pt x="20840" y="230377"/>
                </a:lnTo>
                <a:lnTo>
                  <a:pt x="20840" y="206375"/>
                </a:lnTo>
                <a:lnTo>
                  <a:pt x="40784" y="206375"/>
                </a:lnTo>
                <a:lnTo>
                  <a:pt x="18313" y="167258"/>
                </a:lnTo>
                <a:lnTo>
                  <a:pt x="18313" y="151002"/>
                </a:lnTo>
                <a:lnTo>
                  <a:pt x="38798" y="112902"/>
                </a:lnTo>
                <a:lnTo>
                  <a:pt x="39520" y="112394"/>
                </a:lnTo>
                <a:lnTo>
                  <a:pt x="20840" y="112394"/>
                </a:lnTo>
                <a:lnTo>
                  <a:pt x="20840" y="0"/>
                </a:lnTo>
                <a:close/>
              </a:path>
              <a:path w="1263014" h="304164">
                <a:moveTo>
                  <a:pt x="124379" y="101600"/>
                </a:moveTo>
                <a:lnTo>
                  <a:pt x="81762" y="101600"/>
                </a:lnTo>
                <a:lnTo>
                  <a:pt x="89369" y="103124"/>
                </a:lnTo>
                <a:lnTo>
                  <a:pt x="96075" y="106044"/>
                </a:lnTo>
                <a:lnTo>
                  <a:pt x="125890" y="143811"/>
                </a:lnTo>
                <a:lnTo>
                  <a:pt x="127080" y="167258"/>
                </a:lnTo>
                <a:lnTo>
                  <a:pt x="125882" y="174497"/>
                </a:lnTo>
                <a:lnTo>
                  <a:pt x="102768" y="209041"/>
                </a:lnTo>
                <a:lnTo>
                  <a:pt x="96075" y="211962"/>
                </a:lnTo>
                <a:lnTo>
                  <a:pt x="89369" y="215010"/>
                </a:lnTo>
                <a:lnTo>
                  <a:pt x="81762" y="216407"/>
                </a:lnTo>
                <a:lnTo>
                  <a:pt x="124663" y="216407"/>
                </a:lnTo>
                <a:lnTo>
                  <a:pt x="146119" y="181669"/>
                </a:lnTo>
                <a:lnTo>
                  <a:pt x="149136" y="159131"/>
                </a:lnTo>
                <a:lnTo>
                  <a:pt x="148800" y="151346"/>
                </a:lnTo>
                <a:lnTo>
                  <a:pt x="133350" y="111055"/>
                </a:lnTo>
                <a:lnTo>
                  <a:pt x="128867" y="105850"/>
                </a:lnTo>
                <a:lnTo>
                  <a:pt x="124379" y="101600"/>
                </a:lnTo>
                <a:close/>
              </a:path>
              <a:path w="1263014" h="304164">
                <a:moveTo>
                  <a:pt x="75311" y="84074"/>
                </a:moveTo>
                <a:lnTo>
                  <a:pt x="38189" y="95285"/>
                </a:lnTo>
                <a:lnTo>
                  <a:pt x="21437" y="112394"/>
                </a:lnTo>
                <a:lnTo>
                  <a:pt x="39520" y="112394"/>
                </a:lnTo>
                <a:lnTo>
                  <a:pt x="44577" y="108838"/>
                </a:lnTo>
                <a:lnTo>
                  <a:pt x="57975" y="102996"/>
                </a:lnTo>
                <a:lnTo>
                  <a:pt x="65290" y="101600"/>
                </a:lnTo>
                <a:lnTo>
                  <a:pt x="124379" y="101600"/>
                </a:lnTo>
                <a:lnTo>
                  <a:pt x="123770" y="101024"/>
                </a:lnTo>
                <a:lnTo>
                  <a:pt x="84043" y="84526"/>
                </a:lnTo>
                <a:lnTo>
                  <a:pt x="85157" y="84526"/>
                </a:lnTo>
                <a:lnTo>
                  <a:pt x="75311" y="84074"/>
                </a:lnTo>
                <a:close/>
              </a:path>
              <a:path w="1263014" h="304164">
                <a:moveTo>
                  <a:pt x="183273" y="282828"/>
                </a:moveTo>
                <a:lnTo>
                  <a:pt x="181120" y="301164"/>
                </a:lnTo>
                <a:lnTo>
                  <a:pt x="181051" y="301751"/>
                </a:lnTo>
                <a:lnTo>
                  <a:pt x="187333" y="303035"/>
                </a:lnTo>
                <a:lnTo>
                  <a:pt x="193395" y="303656"/>
                </a:lnTo>
                <a:lnTo>
                  <a:pt x="199644" y="303656"/>
                </a:lnTo>
                <a:lnTo>
                  <a:pt x="234898" y="285369"/>
                </a:lnTo>
                <a:lnTo>
                  <a:pt x="193205" y="285369"/>
                </a:lnTo>
                <a:lnTo>
                  <a:pt x="188137" y="284479"/>
                </a:lnTo>
                <a:lnTo>
                  <a:pt x="183273" y="282828"/>
                </a:lnTo>
                <a:close/>
              </a:path>
              <a:path w="1263014" h="304164">
                <a:moveTo>
                  <a:pt x="199644" y="87883"/>
                </a:moveTo>
                <a:lnTo>
                  <a:pt x="176580" y="87883"/>
                </a:lnTo>
                <a:lnTo>
                  <a:pt x="237451" y="230124"/>
                </a:lnTo>
                <a:lnTo>
                  <a:pt x="225996" y="260095"/>
                </a:lnTo>
                <a:lnTo>
                  <a:pt x="222910" y="268224"/>
                </a:lnTo>
                <a:lnTo>
                  <a:pt x="219341" y="274446"/>
                </a:lnTo>
                <a:lnTo>
                  <a:pt x="215277" y="278764"/>
                </a:lnTo>
                <a:lnTo>
                  <a:pt x="211213" y="283209"/>
                </a:lnTo>
                <a:lnTo>
                  <a:pt x="205600" y="285369"/>
                </a:lnTo>
                <a:lnTo>
                  <a:pt x="234898" y="285369"/>
                </a:lnTo>
                <a:lnTo>
                  <a:pt x="237174" y="282098"/>
                </a:lnTo>
                <a:lnTo>
                  <a:pt x="241030" y="275121"/>
                </a:lnTo>
                <a:lnTo>
                  <a:pt x="244449" y="267334"/>
                </a:lnTo>
                <a:lnTo>
                  <a:pt x="267908" y="208152"/>
                </a:lnTo>
                <a:lnTo>
                  <a:pt x="248170" y="208152"/>
                </a:lnTo>
                <a:lnTo>
                  <a:pt x="199644" y="87883"/>
                </a:lnTo>
                <a:close/>
              </a:path>
              <a:path w="1263014" h="304164">
                <a:moveTo>
                  <a:pt x="315582" y="87883"/>
                </a:moveTo>
                <a:lnTo>
                  <a:pt x="292963" y="87883"/>
                </a:lnTo>
                <a:lnTo>
                  <a:pt x="248767" y="208152"/>
                </a:lnTo>
                <a:lnTo>
                  <a:pt x="267908" y="208152"/>
                </a:lnTo>
                <a:lnTo>
                  <a:pt x="315582" y="87883"/>
                </a:lnTo>
                <a:close/>
              </a:path>
              <a:path w="1263014" h="304164">
                <a:moveTo>
                  <a:pt x="451180" y="18414"/>
                </a:moveTo>
                <a:lnTo>
                  <a:pt x="443839" y="18414"/>
                </a:lnTo>
                <a:lnTo>
                  <a:pt x="440499" y="19684"/>
                </a:lnTo>
                <a:lnTo>
                  <a:pt x="437464" y="22478"/>
                </a:lnTo>
                <a:lnTo>
                  <a:pt x="434441" y="25145"/>
                </a:lnTo>
                <a:lnTo>
                  <a:pt x="432930" y="28701"/>
                </a:lnTo>
                <a:lnTo>
                  <a:pt x="432930" y="37210"/>
                </a:lnTo>
                <a:lnTo>
                  <a:pt x="434441" y="40766"/>
                </a:lnTo>
                <a:lnTo>
                  <a:pt x="440499" y="46100"/>
                </a:lnTo>
                <a:lnTo>
                  <a:pt x="443839" y="47497"/>
                </a:lnTo>
                <a:lnTo>
                  <a:pt x="451180" y="47497"/>
                </a:lnTo>
                <a:lnTo>
                  <a:pt x="454533" y="46100"/>
                </a:lnTo>
                <a:lnTo>
                  <a:pt x="460590" y="40766"/>
                </a:lnTo>
                <a:lnTo>
                  <a:pt x="462102" y="37210"/>
                </a:lnTo>
                <a:lnTo>
                  <a:pt x="462102" y="28701"/>
                </a:lnTo>
                <a:lnTo>
                  <a:pt x="460590" y="25145"/>
                </a:lnTo>
                <a:lnTo>
                  <a:pt x="457555" y="22478"/>
                </a:lnTo>
                <a:lnTo>
                  <a:pt x="454533" y="19684"/>
                </a:lnTo>
                <a:lnTo>
                  <a:pt x="451180" y="18414"/>
                </a:lnTo>
                <a:close/>
              </a:path>
              <a:path w="1263014" h="304164">
                <a:moveTo>
                  <a:pt x="457936" y="87883"/>
                </a:moveTo>
                <a:lnTo>
                  <a:pt x="437095" y="87883"/>
                </a:lnTo>
                <a:lnTo>
                  <a:pt x="437095" y="230377"/>
                </a:lnTo>
                <a:lnTo>
                  <a:pt x="457936" y="230377"/>
                </a:lnTo>
                <a:lnTo>
                  <a:pt x="457936" y="87883"/>
                </a:lnTo>
                <a:close/>
              </a:path>
              <a:path w="1263014" h="304164">
                <a:moveTo>
                  <a:pt x="537692" y="87883"/>
                </a:moveTo>
                <a:lnTo>
                  <a:pt x="517906" y="87883"/>
                </a:lnTo>
                <a:lnTo>
                  <a:pt x="518206" y="91566"/>
                </a:lnTo>
                <a:lnTo>
                  <a:pt x="518327" y="93235"/>
                </a:lnTo>
                <a:lnTo>
                  <a:pt x="518469" y="95884"/>
                </a:lnTo>
                <a:lnTo>
                  <a:pt x="518591" y="98170"/>
                </a:lnTo>
                <a:lnTo>
                  <a:pt x="518706" y="101600"/>
                </a:lnTo>
                <a:lnTo>
                  <a:pt x="518828" y="105282"/>
                </a:lnTo>
                <a:lnTo>
                  <a:pt x="518892" y="107187"/>
                </a:lnTo>
                <a:lnTo>
                  <a:pt x="518999" y="110489"/>
                </a:lnTo>
                <a:lnTo>
                  <a:pt x="519087" y="230377"/>
                </a:lnTo>
                <a:lnTo>
                  <a:pt x="539927" y="230377"/>
                </a:lnTo>
                <a:lnTo>
                  <a:pt x="539927" y="147700"/>
                </a:lnTo>
                <a:lnTo>
                  <a:pt x="541147" y="139445"/>
                </a:lnTo>
                <a:lnTo>
                  <a:pt x="546011" y="125475"/>
                </a:lnTo>
                <a:lnTo>
                  <a:pt x="549179" y="119760"/>
                </a:lnTo>
                <a:lnTo>
                  <a:pt x="549701" y="119125"/>
                </a:lnTo>
                <a:lnTo>
                  <a:pt x="555920" y="112140"/>
                </a:lnTo>
                <a:lnTo>
                  <a:pt x="538886" y="112140"/>
                </a:lnTo>
                <a:lnTo>
                  <a:pt x="538784" y="105282"/>
                </a:lnTo>
                <a:lnTo>
                  <a:pt x="538673" y="102615"/>
                </a:lnTo>
                <a:lnTo>
                  <a:pt x="538577" y="100329"/>
                </a:lnTo>
                <a:lnTo>
                  <a:pt x="537756" y="88467"/>
                </a:lnTo>
                <a:lnTo>
                  <a:pt x="537692" y="87883"/>
                </a:lnTo>
                <a:close/>
              </a:path>
              <a:path w="1263014" h="304164">
                <a:moveTo>
                  <a:pt x="629878" y="101600"/>
                </a:moveTo>
                <a:lnTo>
                  <a:pt x="590626" y="101600"/>
                </a:lnTo>
                <a:lnTo>
                  <a:pt x="596900" y="102743"/>
                </a:lnTo>
                <a:lnTo>
                  <a:pt x="606933" y="107568"/>
                </a:lnTo>
                <a:lnTo>
                  <a:pt x="610895" y="110997"/>
                </a:lnTo>
                <a:lnTo>
                  <a:pt x="613816" y="115443"/>
                </a:lnTo>
                <a:lnTo>
                  <a:pt x="616750" y="119760"/>
                </a:lnTo>
                <a:lnTo>
                  <a:pt x="618807" y="124968"/>
                </a:lnTo>
                <a:lnTo>
                  <a:pt x="621195" y="137159"/>
                </a:lnTo>
                <a:lnTo>
                  <a:pt x="621681" y="142875"/>
                </a:lnTo>
                <a:lnTo>
                  <a:pt x="621779" y="230377"/>
                </a:lnTo>
                <a:lnTo>
                  <a:pt x="642620" y="230377"/>
                </a:lnTo>
                <a:lnTo>
                  <a:pt x="642620" y="142875"/>
                </a:lnTo>
                <a:lnTo>
                  <a:pt x="641769" y="130280"/>
                </a:lnTo>
                <a:lnTo>
                  <a:pt x="639250" y="119125"/>
                </a:lnTo>
                <a:lnTo>
                  <a:pt x="639217" y="118983"/>
                </a:lnTo>
                <a:lnTo>
                  <a:pt x="634963" y="108995"/>
                </a:lnTo>
                <a:lnTo>
                  <a:pt x="629878" y="101600"/>
                </a:lnTo>
                <a:close/>
              </a:path>
              <a:path w="1263014" h="304164">
                <a:moveTo>
                  <a:pt x="588302" y="84074"/>
                </a:moveTo>
                <a:lnTo>
                  <a:pt x="547538" y="100790"/>
                </a:lnTo>
                <a:lnTo>
                  <a:pt x="539635" y="112140"/>
                </a:lnTo>
                <a:lnTo>
                  <a:pt x="555920" y="112140"/>
                </a:lnTo>
                <a:lnTo>
                  <a:pt x="557390" y="110489"/>
                </a:lnTo>
                <a:lnTo>
                  <a:pt x="562000" y="107187"/>
                </a:lnTo>
                <a:lnTo>
                  <a:pt x="572325" y="102615"/>
                </a:lnTo>
                <a:lnTo>
                  <a:pt x="577634" y="101600"/>
                </a:lnTo>
                <a:lnTo>
                  <a:pt x="629878" y="101600"/>
                </a:lnTo>
                <a:lnTo>
                  <a:pt x="629005" y="100329"/>
                </a:lnTo>
                <a:lnTo>
                  <a:pt x="621354" y="93235"/>
                </a:lnTo>
                <a:lnTo>
                  <a:pt x="612020" y="88153"/>
                </a:lnTo>
                <a:lnTo>
                  <a:pt x="601003" y="85095"/>
                </a:lnTo>
                <a:lnTo>
                  <a:pt x="588302" y="84074"/>
                </a:lnTo>
                <a:close/>
              </a:path>
              <a:path w="1263014" h="304164">
                <a:moveTo>
                  <a:pt x="765429" y="84074"/>
                </a:moveTo>
                <a:lnTo>
                  <a:pt x="755623" y="84526"/>
                </a:lnTo>
                <a:lnTo>
                  <a:pt x="756732" y="84526"/>
                </a:lnTo>
                <a:lnTo>
                  <a:pt x="749490" y="85566"/>
                </a:lnTo>
                <a:lnTo>
                  <a:pt x="711784" y="105850"/>
                </a:lnTo>
                <a:lnTo>
                  <a:pt x="693073" y="143382"/>
                </a:lnTo>
                <a:lnTo>
                  <a:pt x="692020" y="151002"/>
                </a:lnTo>
                <a:lnTo>
                  <a:pt x="691975" y="151346"/>
                </a:lnTo>
                <a:lnTo>
                  <a:pt x="691642" y="159131"/>
                </a:lnTo>
                <a:lnTo>
                  <a:pt x="691975" y="166897"/>
                </a:lnTo>
                <a:lnTo>
                  <a:pt x="692997" y="174497"/>
                </a:lnTo>
                <a:lnTo>
                  <a:pt x="711835" y="212470"/>
                </a:lnTo>
                <a:lnTo>
                  <a:pt x="749490" y="232743"/>
                </a:lnTo>
                <a:lnTo>
                  <a:pt x="765429" y="234187"/>
                </a:lnTo>
                <a:lnTo>
                  <a:pt x="771599" y="233828"/>
                </a:lnTo>
                <a:lnTo>
                  <a:pt x="772651" y="233828"/>
                </a:lnTo>
                <a:lnTo>
                  <a:pt x="808847" y="218344"/>
                </a:lnTo>
                <a:lnTo>
                  <a:pt x="810796" y="216407"/>
                </a:lnTo>
                <a:lnTo>
                  <a:pt x="759079" y="216407"/>
                </a:lnTo>
                <a:lnTo>
                  <a:pt x="751459" y="215010"/>
                </a:lnTo>
                <a:lnTo>
                  <a:pt x="744728" y="211962"/>
                </a:lnTo>
                <a:lnTo>
                  <a:pt x="737997" y="209041"/>
                </a:lnTo>
                <a:lnTo>
                  <a:pt x="732282" y="204977"/>
                </a:lnTo>
                <a:lnTo>
                  <a:pt x="723138" y="194563"/>
                </a:lnTo>
                <a:lnTo>
                  <a:pt x="719854" y="188849"/>
                </a:lnTo>
                <a:lnTo>
                  <a:pt x="719781" y="188721"/>
                </a:lnTo>
                <a:lnTo>
                  <a:pt x="717305" y="181863"/>
                </a:lnTo>
                <a:lnTo>
                  <a:pt x="714756" y="174497"/>
                </a:lnTo>
                <a:lnTo>
                  <a:pt x="713632" y="167258"/>
                </a:lnTo>
                <a:lnTo>
                  <a:pt x="713651" y="151002"/>
                </a:lnTo>
                <a:lnTo>
                  <a:pt x="732282" y="113283"/>
                </a:lnTo>
                <a:lnTo>
                  <a:pt x="759079" y="101600"/>
                </a:lnTo>
                <a:lnTo>
                  <a:pt x="810286" y="101600"/>
                </a:lnTo>
                <a:lnTo>
                  <a:pt x="808847" y="100139"/>
                </a:lnTo>
                <a:lnTo>
                  <a:pt x="773168" y="84526"/>
                </a:lnTo>
                <a:lnTo>
                  <a:pt x="765429" y="84074"/>
                </a:lnTo>
                <a:close/>
              </a:path>
              <a:path w="1263014" h="304164">
                <a:moveTo>
                  <a:pt x="840740" y="206375"/>
                </a:moveTo>
                <a:lnTo>
                  <a:pt x="820039" y="206375"/>
                </a:lnTo>
                <a:lnTo>
                  <a:pt x="820039" y="230377"/>
                </a:lnTo>
                <a:lnTo>
                  <a:pt x="840740" y="230377"/>
                </a:lnTo>
                <a:lnTo>
                  <a:pt x="840740" y="206375"/>
                </a:lnTo>
                <a:close/>
              </a:path>
              <a:path w="1263014" h="304164">
                <a:moveTo>
                  <a:pt x="810286" y="101600"/>
                </a:moveTo>
                <a:lnTo>
                  <a:pt x="775589" y="101600"/>
                </a:lnTo>
                <a:lnTo>
                  <a:pt x="782828" y="102996"/>
                </a:lnTo>
                <a:lnTo>
                  <a:pt x="796290" y="108838"/>
                </a:lnTo>
                <a:lnTo>
                  <a:pt x="818261" y="136397"/>
                </a:lnTo>
                <a:lnTo>
                  <a:pt x="821055" y="143382"/>
                </a:lnTo>
                <a:lnTo>
                  <a:pt x="822325" y="151002"/>
                </a:lnTo>
                <a:lnTo>
                  <a:pt x="822325" y="167258"/>
                </a:lnTo>
                <a:lnTo>
                  <a:pt x="821118" y="174497"/>
                </a:lnTo>
                <a:lnTo>
                  <a:pt x="821055" y="174878"/>
                </a:lnTo>
                <a:lnTo>
                  <a:pt x="818413" y="181482"/>
                </a:lnTo>
                <a:lnTo>
                  <a:pt x="815642" y="188721"/>
                </a:lnTo>
                <a:lnTo>
                  <a:pt x="815594" y="188849"/>
                </a:lnTo>
                <a:lnTo>
                  <a:pt x="811784" y="194818"/>
                </a:lnTo>
                <a:lnTo>
                  <a:pt x="806958" y="199897"/>
                </a:lnTo>
                <a:lnTo>
                  <a:pt x="802005" y="204977"/>
                </a:lnTo>
                <a:lnTo>
                  <a:pt x="796290" y="209041"/>
                </a:lnTo>
                <a:lnTo>
                  <a:pt x="789559" y="211962"/>
                </a:lnTo>
                <a:lnTo>
                  <a:pt x="782828" y="215010"/>
                </a:lnTo>
                <a:lnTo>
                  <a:pt x="775589" y="216407"/>
                </a:lnTo>
                <a:lnTo>
                  <a:pt x="810796" y="216407"/>
                </a:lnTo>
                <a:lnTo>
                  <a:pt x="814476" y="212752"/>
                </a:lnTo>
                <a:lnTo>
                  <a:pt x="819404" y="206375"/>
                </a:lnTo>
                <a:lnTo>
                  <a:pt x="840740" y="206375"/>
                </a:lnTo>
                <a:lnTo>
                  <a:pt x="840740" y="112394"/>
                </a:lnTo>
                <a:lnTo>
                  <a:pt x="819404" y="112394"/>
                </a:lnTo>
                <a:lnTo>
                  <a:pt x="814476" y="105850"/>
                </a:lnTo>
                <a:lnTo>
                  <a:pt x="810286" y="101600"/>
                </a:lnTo>
                <a:close/>
              </a:path>
              <a:path w="1263014" h="304164">
                <a:moveTo>
                  <a:pt x="840740" y="0"/>
                </a:moveTo>
                <a:lnTo>
                  <a:pt x="820039" y="0"/>
                </a:lnTo>
                <a:lnTo>
                  <a:pt x="820039" y="112394"/>
                </a:lnTo>
                <a:lnTo>
                  <a:pt x="840740" y="112394"/>
                </a:lnTo>
                <a:lnTo>
                  <a:pt x="840740" y="0"/>
                </a:lnTo>
                <a:close/>
              </a:path>
              <a:path w="1263014" h="304164">
                <a:moveTo>
                  <a:pt x="963295" y="84074"/>
                </a:moveTo>
                <a:lnTo>
                  <a:pt x="922559" y="96567"/>
                </a:lnTo>
                <a:lnTo>
                  <a:pt x="896747" y="129285"/>
                </a:lnTo>
                <a:lnTo>
                  <a:pt x="891286" y="159131"/>
                </a:lnTo>
                <a:lnTo>
                  <a:pt x="891452" y="162813"/>
                </a:lnTo>
                <a:lnTo>
                  <a:pt x="891532" y="164591"/>
                </a:lnTo>
                <a:lnTo>
                  <a:pt x="891641" y="167008"/>
                </a:lnTo>
                <a:lnTo>
                  <a:pt x="907696" y="207567"/>
                </a:lnTo>
                <a:lnTo>
                  <a:pt x="942641" y="230973"/>
                </a:lnTo>
                <a:lnTo>
                  <a:pt x="965073" y="234187"/>
                </a:lnTo>
                <a:lnTo>
                  <a:pt x="971968" y="233830"/>
                </a:lnTo>
                <a:lnTo>
                  <a:pt x="973186" y="233830"/>
                </a:lnTo>
                <a:lnTo>
                  <a:pt x="1012856" y="217757"/>
                </a:lnTo>
                <a:lnTo>
                  <a:pt x="1014320" y="216407"/>
                </a:lnTo>
                <a:lnTo>
                  <a:pt x="957834" y="216407"/>
                </a:lnTo>
                <a:lnTo>
                  <a:pt x="950976" y="215010"/>
                </a:lnTo>
                <a:lnTo>
                  <a:pt x="944779" y="212228"/>
                </a:lnTo>
                <a:lnTo>
                  <a:pt x="938403" y="209550"/>
                </a:lnTo>
                <a:lnTo>
                  <a:pt x="932942" y="205739"/>
                </a:lnTo>
                <a:lnTo>
                  <a:pt x="913130" y="171703"/>
                </a:lnTo>
                <a:lnTo>
                  <a:pt x="912962" y="167008"/>
                </a:lnTo>
                <a:lnTo>
                  <a:pt x="912876" y="164591"/>
                </a:lnTo>
                <a:lnTo>
                  <a:pt x="1031239" y="164591"/>
                </a:lnTo>
                <a:lnTo>
                  <a:pt x="1031494" y="162813"/>
                </a:lnTo>
                <a:lnTo>
                  <a:pt x="1031494" y="154812"/>
                </a:lnTo>
                <a:lnTo>
                  <a:pt x="1031358" y="151181"/>
                </a:lnTo>
                <a:lnTo>
                  <a:pt x="1031243" y="148081"/>
                </a:lnTo>
                <a:lnTo>
                  <a:pt x="913257" y="148081"/>
                </a:lnTo>
                <a:lnTo>
                  <a:pt x="913546" y="143541"/>
                </a:lnTo>
                <a:lnTo>
                  <a:pt x="928497" y="115696"/>
                </a:lnTo>
                <a:lnTo>
                  <a:pt x="932942" y="111378"/>
                </a:lnTo>
                <a:lnTo>
                  <a:pt x="938149" y="107822"/>
                </a:lnTo>
                <a:lnTo>
                  <a:pt x="943991" y="105282"/>
                </a:lnTo>
                <a:lnTo>
                  <a:pt x="949833" y="102869"/>
                </a:lnTo>
                <a:lnTo>
                  <a:pt x="956310" y="101600"/>
                </a:lnTo>
                <a:lnTo>
                  <a:pt x="1010703" y="101600"/>
                </a:lnTo>
                <a:lnTo>
                  <a:pt x="1009620" y="100504"/>
                </a:lnTo>
                <a:lnTo>
                  <a:pt x="971436" y="84431"/>
                </a:lnTo>
                <a:lnTo>
                  <a:pt x="963295" y="84074"/>
                </a:lnTo>
                <a:close/>
              </a:path>
              <a:path w="1263014" h="304164">
                <a:moveTo>
                  <a:pt x="1010920" y="191769"/>
                </a:moveTo>
                <a:lnTo>
                  <a:pt x="980138" y="214566"/>
                </a:lnTo>
                <a:lnTo>
                  <a:pt x="965073" y="216407"/>
                </a:lnTo>
                <a:lnTo>
                  <a:pt x="1014320" y="216407"/>
                </a:lnTo>
                <a:lnTo>
                  <a:pt x="1019738" y="211413"/>
                </a:lnTo>
                <a:lnTo>
                  <a:pt x="1026287" y="203962"/>
                </a:lnTo>
                <a:lnTo>
                  <a:pt x="1010920" y="191769"/>
                </a:lnTo>
                <a:close/>
              </a:path>
              <a:path w="1263014" h="304164">
                <a:moveTo>
                  <a:pt x="1010703" y="101600"/>
                </a:moveTo>
                <a:lnTo>
                  <a:pt x="963295" y="101600"/>
                </a:lnTo>
                <a:lnTo>
                  <a:pt x="973796" y="102413"/>
                </a:lnTo>
                <a:lnTo>
                  <a:pt x="983011" y="104870"/>
                </a:lnTo>
                <a:lnTo>
                  <a:pt x="1009265" y="138489"/>
                </a:lnTo>
                <a:lnTo>
                  <a:pt x="1010412" y="148081"/>
                </a:lnTo>
                <a:lnTo>
                  <a:pt x="1031243" y="148081"/>
                </a:lnTo>
                <a:lnTo>
                  <a:pt x="1021741" y="115696"/>
                </a:lnTo>
                <a:lnTo>
                  <a:pt x="1021619" y="115458"/>
                </a:lnTo>
                <a:lnTo>
                  <a:pt x="1018119" y="110059"/>
                </a:lnTo>
                <a:lnTo>
                  <a:pt x="1014095" y="105028"/>
                </a:lnTo>
                <a:lnTo>
                  <a:pt x="1010703" y="101600"/>
                </a:lnTo>
                <a:close/>
              </a:path>
              <a:path w="1263014" h="304164">
                <a:moveTo>
                  <a:pt x="1087247" y="87883"/>
                </a:moveTo>
                <a:lnTo>
                  <a:pt x="1060704" y="87883"/>
                </a:lnTo>
                <a:lnTo>
                  <a:pt x="1113536" y="156590"/>
                </a:lnTo>
                <a:lnTo>
                  <a:pt x="1057402" y="230377"/>
                </a:lnTo>
                <a:lnTo>
                  <a:pt x="1082420" y="230377"/>
                </a:lnTo>
                <a:lnTo>
                  <a:pt x="1126109" y="171069"/>
                </a:lnTo>
                <a:lnTo>
                  <a:pt x="1150184" y="171069"/>
                </a:lnTo>
                <a:lnTo>
                  <a:pt x="1138555" y="155701"/>
                </a:lnTo>
                <a:lnTo>
                  <a:pt x="1149034" y="141985"/>
                </a:lnTo>
                <a:lnTo>
                  <a:pt x="1126363" y="141985"/>
                </a:lnTo>
                <a:lnTo>
                  <a:pt x="1087247" y="87883"/>
                </a:lnTo>
                <a:close/>
              </a:path>
              <a:path w="1263014" h="304164">
                <a:moveTo>
                  <a:pt x="1150184" y="171069"/>
                </a:moveTo>
                <a:lnTo>
                  <a:pt x="1126109" y="171069"/>
                </a:lnTo>
                <a:lnTo>
                  <a:pt x="1168273" y="230377"/>
                </a:lnTo>
                <a:lnTo>
                  <a:pt x="1195070" y="230377"/>
                </a:lnTo>
                <a:lnTo>
                  <a:pt x="1150184" y="171069"/>
                </a:lnTo>
                <a:close/>
              </a:path>
              <a:path w="1263014" h="304164">
                <a:moveTo>
                  <a:pt x="1190370" y="87883"/>
                </a:moveTo>
                <a:lnTo>
                  <a:pt x="1165352" y="87883"/>
                </a:lnTo>
                <a:lnTo>
                  <a:pt x="1126363" y="141985"/>
                </a:lnTo>
                <a:lnTo>
                  <a:pt x="1149034" y="141985"/>
                </a:lnTo>
                <a:lnTo>
                  <a:pt x="1190370" y="87883"/>
                </a:lnTo>
                <a:close/>
              </a:path>
              <a:path w="1263014" h="304164">
                <a:moveTo>
                  <a:pt x="1250950" y="199389"/>
                </a:moveTo>
                <a:lnTo>
                  <a:pt x="1241170" y="199389"/>
                </a:lnTo>
                <a:lnTo>
                  <a:pt x="1237234" y="201040"/>
                </a:lnTo>
                <a:lnTo>
                  <a:pt x="1234186" y="204343"/>
                </a:lnTo>
                <a:lnTo>
                  <a:pt x="1231138" y="207771"/>
                </a:lnTo>
                <a:lnTo>
                  <a:pt x="1229741" y="211581"/>
                </a:lnTo>
                <a:lnTo>
                  <a:pt x="1229741" y="220090"/>
                </a:lnTo>
                <a:lnTo>
                  <a:pt x="1231138" y="223900"/>
                </a:lnTo>
                <a:lnTo>
                  <a:pt x="1237234" y="230504"/>
                </a:lnTo>
                <a:lnTo>
                  <a:pt x="1241170" y="232282"/>
                </a:lnTo>
                <a:lnTo>
                  <a:pt x="1250950" y="232282"/>
                </a:lnTo>
                <a:lnTo>
                  <a:pt x="1254887" y="230504"/>
                </a:lnTo>
                <a:lnTo>
                  <a:pt x="1260983" y="223900"/>
                </a:lnTo>
                <a:lnTo>
                  <a:pt x="1262634" y="220090"/>
                </a:lnTo>
                <a:lnTo>
                  <a:pt x="1262634" y="211581"/>
                </a:lnTo>
                <a:lnTo>
                  <a:pt x="1260983" y="207771"/>
                </a:lnTo>
                <a:lnTo>
                  <a:pt x="1257935" y="204343"/>
                </a:lnTo>
                <a:lnTo>
                  <a:pt x="1254887" y="201040"/>
                </a:lnTo>
                <a:lnTo>
                  <a:pt x="1250950" y="199389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697791" y="986713"/>
          <a:ext cx="3803649" cy="760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0095"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3200" spc="75" dirty="0">
                          <a:solidFill>
                            <a:srgbClr val="687D7D"/>
                          </a:solidFill>
                          <a:latin typeface="Tahoma"/>
                          <a:cs typeface="Tahoma"/>
                        </a:rPr>
                        <a:t>H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87D7D"/>
                      </a:solidFill>
                      <a:prstDash val="solid"/>
                    </a:lnL>
                    <a:lnR w="12700">
                      <a:solidFill>
                        <a:srgbClr val="687D7D"/>
                      </a:solidFill>
                      <a:prstDash val="solid"/>
                    </a:lnR>
                    <a:lnT w="12700">
                      <a:solidFill>
                        <a:srgbClr val="687D7D"/>
                      </a:solidFill>
                      <a:prstDash val="solid"/>
                    </a:lnT>
                    <a:lnB w="12700">
                      <a:solidFill>
                        <a:srgbClr val="687D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3200" spc="40" dirty="0">
                          <a:solidFill>
                            <a:srgbClr val="687D7D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87D7D"/>
                      </a:solidFill>
                      <a:prstDash val="solid"/>
                    </a:lnL>
                    <a:lnR w="12700">
                      <a:solidFill>
                        <a:srgbClr val="687D7D"/>
                      </a:solidFill>
                      <a:prstDash val="solid"/>
                    </a:lnR>
                    <a:lnT w="12700">
                      <a:solidFill>
                        <a:srgbClr val="687D7D"/>
                      </a:solidFill>
                      <a:prstDash val="solid"/>
                    </a:lnT>
                    <a:lnB w="12700">
                      <a:solidFill>
                        <a:srgbClr val="687D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3200" spc="-50" dirty="0">
                          <a:solidFill>
                            <a:srgbClr val="687D7D"/>
                          </a:solidFill>
                          <a:latin typeface="Tahoma"/>
                          <a:cs typeface="Tahoma"/>
                        </a:rPr>
                        <a:t>L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87D7D"/>
                      </a:solidFill>
                      <a:prstDash val="solid"/>
                    </a:lnL>
                    <a:lnR w="12700">
                      <a:solidFill>
                        <a:srgbClr val="687D7D"/>
                      </a:solidFill>
                      <a:prstDash val="solid"/>
                    </a:lnR>
                    <a:lnT w="12700">
                      <a:solidFill>
                        <a:srgbClr val="687D7D"/>
                      </a:solidFill>
                      <a:prstDash val="solid"/>
                    </a:lnT>
                    <a:lnB w="12700">
                      <a:solidFill>
                        <a:srgbClr val="687D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3200" spc="-50" dirty="0">
                          <a:solidFill>
                            <a:srgbClr val="687D7D"/>
                          </a:solidFill>
                          <a:latin typeface="Tahoma"/>
                          <a:cs typeface="Tahoma"/>
                        </a:rPr>
                        <a:t>L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87D7D"/>
                      </a:solidFill>
                      <a:prstDash val="solid"/>
                    </a:lnL>
                    <a:lnR w="12700">
                      <a:solidFill>
                        <a:srgbClr val="687D7D"/>
                      </a:solidFill>
                      <a:prstDash val="solid"/>
                    </a:lnR>
                    <a:lnT w="12700">
                      <a:solidFill>
                        <a:srgbClr val="687D7D"/>
                      </a:solidFill>
                      <a:prstDash val="solid"/>
                    </a:lnT>
                    <a:lnB w="12700">
                      <a:solidFill>
                        <a:srgbClr val="687D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3200" spc="400" dirty="0">
                          <a:solidFill>
                            <a:srgbClr val="687D7D"/>
                          </a:solidFill>
                          <a:latin typeface="Tahoma"/>
                          <a:cs typeface="Tahoma"/>
                        </a:rPr>
                        <a:t>O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87D7D"/>
                      </a:solidFill>
                      <a:prstDash val="solid"/>
                    </a:lnL>
                    <a:lnR w="12700">
                      <a:solidFill>
                        <a:srgbClr val="687D7D"/>
                      </a:solidFill>
                      <a:prstDash val="solid"/>
                    </a:lnR>
                    <a:lnT w="12700">
                      <a:solidFill>
                        <a:srgbClr val="687D7D"/>
                      </a:solidFill>
                      <a:prstDash val="solid"/>
                    </a:lnT>
                    <a:lnB w="12700">
                      <a:solidFill>
                        <a:srgbClr val="687D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5996685" y="678561"/>
            <a:ext cx="173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57161" y="678561"/>
            <a:ext cx="173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18018" y="678561"/>
            <a:ext cx="173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78494" y="678561"/>
            <a:ext cx="173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38970" y="678561"/>
            <a:ext cx="173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7061" y="1719833"/>
            <a:ext cx="32962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  <a:tab pos="1533525" algn="l"/>
                <a:tab pos="2294255" algn="l"/>
                <a:tab pos="3054350" algn="l"/>
              </a:tabLst>
            </a:pPr>
            <a:r>
              <a:rPr sz="2000" spc="-100" dirty="0">
                <a:solidFill>
                  <a:srgbClr val="935E49"/>
                </a:solidFill>
                <a:latin typeface="Tahoma"/>
                <a:cs typeface="Tahoma"/>
              </a:rPr>
              <a:t>-</a:t>
            </a: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5</a:t>
            </a:r>
            <a:r>
              <a:rPr sz="2000" dirty="0">
                <a:solidFill>
                  <a:srgbClr val="935E49"/>
                </a:solidFill>
                <a:latin typeface="Tahoma"/>
                <a:cs typeface="Tahoma"/>
              </a:rPr>
              <a:t>	</a:t>
            </a:r>
            <a:r>
              <a:rPr sz="2000" spc="-100" dirty="0">
                <a:solidFill>
                  <a:srgbClr val="935E49"/>
                </a:solidFill>
                <a:latin typeface="Tahoma"/>
                <a:cs typeface="Tahoma"/>
              </a:rPr>
              <a:t>-</a:t>
            </a: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4</a:t>
            </a:r>
            <a:r>
              <a:rPr sz="2000" dirty="0">
                <a:solidFill>
                  <a:srgbClr val="935E49"/>
                </a:solidFill>
                <a:latin typeface="Tahoma"/>
                <a:cs typeface="Tahoma"/>
              </a:rPr>
              <a:t>	</a:t>
            </a:r>
            <a:r>
              <a:rPr sz="2000" spc="-100" dirty="0">
                <a:solidFill>
                  <a:srgbClr val="935E49"/>
                </a:solidFill>
                <a:latin typeface="Tahoma"/>
                <a:cs typeface="Tahoma"/>
              </a:rPr>
              <a:t>-</a:t>
            </a: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3</a:t>
            </a:r>
            <a:r>
              <a:rPr sz="2000" dirty="0">
                <a:solidFill>
                  <a:srgbClr val="935E49"/>
                </a:solidFill>
                <a:latin typeface="Tahoma"/>
                <a:cs typeface="Tahoma"/>
              </a:rPr>
              <a:t>	</a:t>
            </a:r>
            <a:r>
              <a:rPr sz="2000" spc="-100" dirty="0">
                <a:solidFill>
                  <a:srgbClr val="935E49"/>
                </a:solidFill>
                <a:latin typeface="Tahoma"/>
                <a:cs typeface="Tahoma"/>
              </a:rPr>
              <a:t>-</a:t>
            </a: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2</a:t>
            </a:r>
            <a:r>
              <a:rPr sz="2000" dirty="0">
                <a:solidFill>
                  <a:srgbClr val="935E49"/>
                </a:solidFill>
                <a:latin typeface="Tahoma"/>
                <a:cs typeface="Tahoma"/>
              </a:rPr>
              <a:t>	</a:t>
            </a:r>
            <a:r>
              <a:rPr sz="2000" spc="-100" dirty="0">
                <a:solidFill>
                  <a:srgbClr val="935E49"/>
                </a:solidFill>
                <a:latin typeface="Tahoma"/>
                <a:cs typeface="Tahoma"/>
              </a:rPr>
              <a:t>-</a:t>
            </a:r>
            <a:r>
              <a:rPr sz="2000" spc="15" dirty="0">
                <a:solidFill>
                  <a:srgbClr val="935E49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952F86-3DED-CC51-875F-79EBC7116311}"/>
              </a:ext>
            </a:extLst>
          </p:cNvPr>
          <p:cNvSpPr/>
          <p:nvPr/>
        </p:nvSpPr>
        <p:spPr>
          <a:xfrm>
            <a:off x="490791" y="4643246"/>
            <a:ext cx="5411406" cy="16630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GB" sz="2800" dirty="0"/>
              <a:t>String slicing in Python is a way to get specific parts of a string by using start, end and step values. </a:t>
            </a:r>
            <a:endParaRPr lang="en-BD" sz="2800" dirty="0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3B1941FF-BFBA-C2D5-231F-8A0B51C0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B597BC21-F1B2-43E8-D093-933BD8DF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F9D385B-0A7F-A2F3-06CA-C89D180FD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81200"/>
            <a:ext cx="3343667" cy="38481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67EEB0-887D-D9D0-34F7-1EFDE7FF2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667000"/>
            <a:ext cx="2590800" cy="1955800"/>
          </a:xfrm>
          <a:prstGeom prst="rect">
            <a:avLst/>
          </a:prstGeom>
        </p:spPr>
      </p:pic>
      <p:sp>
        <p:nvSpPr>
          <p:cNvPr id="7" name="object 18">
            <a:extLst>
              <a:ext uri="{FF2B5EF4-FFF2-40B4-BE49-F238E27FC236}">
                <a16:creationId xmlns:a16="http://schemas.microsoft.com/office/drawing/2014/main" id="{5120C115-5865-8CBD-8D41-23878407CDCD}"/>
              </a:ext>
            </a:extLst>
          </p:cNvPr>
          <p:cNvSpPr txBox="1"/>
          <p:nvPr/>
        </p:nvSpPr>
        <p:spPr>
          <a:xfrm>
            <a:off x="555447" y="761441"/>
            <a:ext cx="39922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>
                <a:latin typeface="Times New Roman"/>
                <a:cs typeface="Times New Roman"/>
              </a:rPr>
              <a:t>String</a:t>
            </a:r>
            <a:r>
              <a:rPr sz="4800" spc="-130" dirty="0">
                <a:latin typeface="Times New Roman"/>
                <a:cs typeface="Times New Roman"/>
              </a:rPr>
              <a:t> </a:t>
            </a:r>
            <a:r>
              <a:rPr sz="4800" spc="70" dirty="0">
                <a:latin typeface="Times New Roman"/>
                <a:cs typeface="Times New Roman"/>
              </a:rPr>
              <a:t>in</a:t>
            </a:r>
            <a:r>
              <a:rPr sz="4800" spc="-12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Python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865E2-505D-C6F0-77C9-807C9606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3FFF3-1B03-482D-84FB-E82E932C209D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000-F83E-08F7-F8FF-A6073E52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17437-D372-22CB-B192-D536D651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92758" y="3485993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145282" y="761441"/>
            <a:ext cx="41306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Formatted</a:t>
            </a:r>
            <a:r>
              <a:rPr sz="4800" spc="-120" dirty="0"/>
              <a:t> </a:t>
            </a:r>
            <a:r>
              <a:rPr sz="4800" spc="-40" dirty="0"/>
              <a:t>String</a:t>
            </a:r>
            <a:endParaRPr sz="4800"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0015" y="1624958"/>
            <a:ext cx="8077200" cy="3657600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F4E8033-AC74-6EEA-8E3C-84C65F4B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F301-D8D9-44CB-9847-9B0E928A6AE6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714788DC-CD78-583F-AFFF-EFA6CAFA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92DCB-99D5-389B-0C4A-F5CD8BAC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10058400" cy="1450757"/>
          </a:xfrm>
          <a:prstGeom prst="rect">
            <a:avLst/>
          </a:prstGeom>
        </p:spPr>
        <p:txBody>
          <a:bodyPr vert="horz" wrap="square" lIns="0" tIns="182372" rIns="0" bIns="0" rtlCol="0">
            <a:spAutoFit/>
          </a:bodyPr>
          <a:lstStyle/>
          <a:p>
            <a:pPr marL="333502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String</a:t>
            </a:r>
            <a:r>
              <a:rPr sz="4800" spc="-250" dirty="0"/>
              <a:t> </a:t>
            </a:r>
            <a:r>
              <a:rPr sz="4800" spc="-10" dirty="0"/>
              <a:t>Methods</a:t>
            </a:r>
            <a:endParaRPr sz="48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785926"/>
              </p:ext>
            </p:extLst>
          </p:nvPr>
        </p:nvGraphicFramePr>
        <p:xfrm>
          <a:off x="2508567" y="2057400"/>
          <a:ext cx="7235825" cy="317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3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Method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48920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EDEFE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Description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48920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ED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.lower()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48920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DBDFD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1800" spc="60" dirty="0">
                          <a:latin typeface="Tahoma"/>
                          <a:cs typeface="Tahoma"/>
                        </a:rPr>
                        <a:t>Make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 every</a:t>
                      </a:r>
                      <a:r>
                        <a:rPr sz="1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character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lowercase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48920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DB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.strip()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ED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Removes</a:t>
                      </a:r>
                      <a:r>
                        <a:rPr sz="1800" spc="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characters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ED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.replace(“Hi”,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“Hello”)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DBDFD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Replaces “Hi”</a:t>
                      </a:r>
                      <a:r>
                        <a:rPr sz="18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sz="1800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“Hello”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8FA2A2"/>
                      </a:solidFill>
                      <a:prstDash val="solid"/>
                    </a:lnL>
                    <a:lnR w="12700">
                      <a:solidFill>
                        <a:srgbClr val="8FA2A2"/>
                      </a:solidFill>
                      <a:prstDash val="solid"/>
                    </a:lnR>
                    <a:lnT w="12700">
                      <a:solidFill>
                        <a:srgbClr val="8FA2A2"/>
                      </a:solidFill>
                      <a:prstDash val="solid"/>
                    </a:lnT>
                    <a:lnB w="12700">
                      <a:solidFill>
                        <a:srgbClr val="8FA2A2"/>
                      </a:solidFill>
                      <a:prstDash val="solid"/>
                    </a:lnB>
                    <a:solidFill>
                      <a:srgbClr val="DB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D76E8-98F3-52E8-2134-95188B8A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86F8-CC85-4857-9271-FBBAF095D64C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CC70E-760C-7894-B0D5-DAD317A9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D81D2-B183-2DC5-DE9B-BFA1AE4B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90517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-115253" y="216313"/>
            <a:ext cx="10058400" cy="1450757"/>
          </a:xfrm>
          <a:prstGeom prst="rect">
            <a:avLst/>
          </a:prstGeom>
        </p:spPr>
        <p:txBody>
          <a:bodyPr vert="horz" wrap="square" lIns="0" tIns="182372" rIns="0" bIns="0" rtlCol="0">
            <a:spAutoFit/>
          </a:bodyPr>
          <a:lstStyle/>
          <a:p>
            <a:pPr marL="333502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Python</a:t>
            </a:r>
            <a:r>
              <a:rPr sz="4800" spc="-170" dirty="0"/>
              <a:t> </a:t>
            </a:r>
            <a:r>
              <a:rPr sz="4800" spc="55" dirty="0"/>
              <a:t>Indentation</a:t>
            </a:r>
            <a:endParaRPr sz="4800" dirty="0"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1977008"/>
            <a:ext cx="6993889" cy="307213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276600" y="2525105"/>
            <a:ext cx="7921625" cy="3693795"/>
            <a:chOff x="3907663" y="2768980"/>
            <a:chExt cx="7921625" cy="369379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7663" y="2768980"/>
              <a:ext cx="2012569" cy="2377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5796" y="2958655"/>
              <a:ext cx="7873238" cy="3504057"/>
            </a:xfrm>
            <a:prstGeom prst="rect">
              <a:avLst/>
            </a:prstGeom>
          </p:spPr>
        </p:pic>
      </p:grp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39D10DB-6159-ABA8-6A64-E1F45961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741-54DE-4750-9A8D-963C8CA61AD0}" type="datetime1">
              <a:rPr lang="en-US" smtClean="0"/>
              <a:t>3/29/2026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676335E-E48F-DC04-32BC-F6A5AF7F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A0C7876-6366-C08D-1B17-FB07F075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/>
          <p:cNvGrpSpPr/>
          <p:nvPr/>
        </p:nvGrpSpPr>
        <p:grpSpPr>
          <a:xfrm>
            <a:off x="10816590" y="5359400"/>
            <a:ext cx="819785" cy="940435"/>
            <a:chOff x="10816590" y="5359400"/>
            <a:chExt cx="819785" cy="94043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8875" y="5589193"/>
              <a:ext cx="317119" cy="710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78641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2395" y="5522595"/>
              <a:ext cx="503151" cy="50314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822940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256" y="0"/>
                  </a:moveTo>
                  <a:lnTo>
                    <a:pt x="0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49046" y="5359400"/>
            <a:ext cx="819785" cy="940435"/>
            <a:chOff x="549046" y="5359400"/>
            <a:chExt cx="819785" cy="94043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046" y="5589193"/>
              <a:ext cx="317157" cy="7106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6437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575" y="5522595"/>
              <a:ext cx="503166" cy="5031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02843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0" y="0"/>
                  </a:moveTo>
                  <a:lnTo>
                    <a:pt x="659358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5825997" y="4377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569551" y="762000"/>
            <a:ext cx="4125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" dirty="0"/>
              <a:t>Decision</a:t>
            </a:r>
            <a:r>
              <a:rPr sz="4800" spc="-235" dirty="0"/>
              <a:t> </a:t>
            </a:r>
            <a:r>
              <a:rPr sz="4800" spc="-55" dirty="0"/>
              <a:t>Making</a:t>
            </a:r>
            <a:endParaRPr sz="4800" dirty="0"/>
          </a:p>
        </p:txBody>
      </p:sp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78910" y="1959063"/>
            <a:ext cx="4350258" cy="18948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8807" y="2507869"/>
            <a:ext cx="3450463" cy="189484"/>
          </a:xfrm>
          <a:prstGeom prst="rect">
            <a:avLst/>
          </a:prstGeom>
        </p:spPr>
      </p:pic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F542D7BE-E6E0-FA60-E16A-854C215B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20ED-288E-4038-8AB7-B9015591249D}" type="datetime1">
              <a:rPr lang="en-US" smtClean="0"/>
              <a:t>3/29/2026</a:t>
            </a:fld>
            <a:endParaRPr lang="en-US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43D21687-AB15-9A5A-90CB-ACEA16E5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477DFD24-DC0B-BA49-40E8-2857ED1F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6833" y="2414396"/>
            <a:ext cx="23920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“</a:t>
            </a:r>
            <a:r>
              <a:rPr sz="4800" spc="-24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if</a:t>
            </a:r>
            <a:r>
              <a:rPr sz="4800" spc="-245" dirty="0">
                <a:latin typeface="Times New Roman"/>
                <a:cs typeface="Times New Roman"/>
              </a:rPr>
              <a:t> </a:t>
            </a:r>
            <a:r>
              <a:rPr sz="4800" spc="-50" dirty="0">
                <a:latin typeface="Times New Roman"/>
                <a:cs typeface="Times New Roman"/>
              </a:rPr>
              <a:t>”</a:t>
            </a:r>
            <a:endParaRPr sz="4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spc="70" dirty="0">
                <a:latin typeface="Times New Roman"/>
                <a:cs typeface="Times New Roman"/>
              </a:rPr>
              <a:t>in</a:t>
            </a:r>
            <a:r>
              <a:rPr sz="4800" spc="-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Python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931" y="4285615"/>
            <a:ext cx="4176407" cy="18935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611627" y="4747386"/>
            <a:ext cx="844550" cy="180340"/>
          </a:xfrm>
          <a:custGeom>
            <a:avLst/>
            <a:gdLst/>
            <a:ahLst/>
            <a:cxnLst/>
            <a:rect l="l" t="t" r="r" b="b"/>
            <a:pathLst>
              <a:path w="844550" h="180339">
                <a:moveTo>
                  <a:pt x="18288" y="0"/>
                </a:moveTo>
                <a:lnTo>
                  <a:pt x="0" y="0"/>
                </a:lnTo>
                <a:lnTo>
                  <a:pt x="0" y="180212"/>
                </a:lnTo>
                <a:lnTo>
                  <a:pt x="102235" y="180212"/>
                </a:lnTo>
                <a:lnTo>
                  <a:pt x="102235" y="163830"/>
                </a:lnTo>
                <a:lnTo>
                  <a:pt x="18288" y="163830"/>
                </a:lnTo>
                <a:lnTo>
                  <a:pt x="18288" y="0"/>
                </a:lnTo>
                <a:close/>
              </a:path>
              <a:path w="844550" h="180339">
                <a:moveTo>
                  <a:pt x="279400" y="0"/>
                </a:moveTo>
                <a:lnTo>
                  <a:pt x="167640" y="0"/>
                </a:lnTo>
                <a:lnTo>
                  <a:pt x="167640" y="180212"/>
                </a:lnTo>
                <a:lnTo>
                  <a:pt x="282321" y="180212"/>
                </a:lnTo>
                <a:lnTo>
                  <a:pt x="282321" y="163830"/>
                </a:lnTo>
                <a:lnTo>
                  <a:pt x="185928" y="163830"/>
                </a:lnTo>
                <a:lnTo>
                  <a:pt x="185928" y="94361"/>
                </a:lnTo>
                <a:lnTo>
                  <a:pt x="273177" y="94361"/>
                </a:lnTo>
                <a:lnTo>
                  <a:pt x="273177" y="78358"/>
                </a:lnTo>
                <a:lnTo>
                  <a:pt x="185928" y="78358"/>
                </a:lnTo>
                <a:lnTo>
                  <a:pt x="185928" y="16256"/>
                </a:lnTo>
                <a:lnTo>
                  <a:pt x="279400" y="16256"/>
                </a:lnTo>
                <a:lnTo>
                  <a:pt x="279400" y="0"/>
                </a:lnTo>
                <a:close/>
              </a:path>
              <a:path w="844550" h="180339">
                <a:moveTo>
                  <a:pt x="353187" y="0"/>
                </a:moveTo>
                <a:lnTo>
                  <a:pt x="333375" y="0"/>
                </a:lnTo>
                <a:lnTo>
                  <a:pt x="402082" y="180212"/>
                </a:lnTo>
                <a:lnTo>
                  <a:pt x="421513" y="180212"/>
                </a:lnTo>
                <a:lnTo>
                  <a:pt x="430552" y="156590"/>
                </a:lnTo>
                <a:lnTo>
                  <a:pt x="411734" y="156590"/>
                </a:lnTo>
                <a:lnTo>
                  <a:pt x="353187" y="0"/>
                </a:lnTo>
                <a:close/>
              </a:path>
              <a:path w="844550" h="180339">
                <a:moveTo>
                  <a:pt x="490474" y="0"/>
                </a:moveTo>
                <a:lnTo>
                  <a:pt x="470789" y="0"/>
                </a:lnTo>
                <a:lnTo>
                  <a:pt x="412242" y="156590"/>
                </a:lnTo>
                <a:lnTo>
                  <a:pt x="430552" y="156590"/>
                </a:lnTo>
                <a:lnTo>
                  <a:pt x="490474" y="0"/>
                </a:lnTo>
                <a:close/>
              </a:path>
              <a:path w="844550" h="180339">
                <a:moveTo>
                  <a:pt x="664972" y="0"/>
                </a:moveTo>
                <a:lnTo>
                  <a:pt x="553212" y="0"/>
                </a:lnTo>
                <a:lnTo>
                  <a:pt x="553212" y="180212"/>
                </a:lnTo>
                <a:lnTo>
                  <a:pt x="667893" y="180212"/>
                </a:lnTo>
                <a:lnTo>
                  <a:pt x="667893" y="163830"/>
                </a:lnTo>
                <a:lnTo>
                  <a:pt x="571500" y="163830"/>
                </a:lnTo>
                <a:lnTo>
                  <a:pt x="571500" y="94361"/>
                </a:lnTo>
                <a:lnTo>
                  <a:pt x="658749" y="94361"/>
                </a:lnTo>
                <a:lnTo>
                  <a:pt x="658749" y="78358"/>
                </a:lnTo>
                <a:lnTo>
                  <a:pt x="571500" y="78358"/>
                </a:lnTo>
                <a:lnTo>
                  <a:pt x="571500" y="16256"/>
                </a:lnTo>
                <a:lnTo>
                  <a:pt x="664972" y="16256"/>
                </a:lnTo>
                <a:lnTo>
                  <a:pt x="664972" y="0"/>
                </a:lnTo>
                <a:close/>
              </a:path>
              <a:path w="844550" h="180339">
                <a:moveTo>
                  <a:pt x="760476" y="0"/>
                </a:moveTo>
                <a:lnTo>
                  <a:pt x="742188" y="0"/>
                </a:lnTo>
                <a:lnTo>
                  <a:pt x="742188" y="180212"/>
                </a:lnTo>
                <a:lnTo>
                  <a:pt x="844423" y="180212"/>
                </a:lnTo>
                <a:lnTo>
                  <a:pt x="844423" y="163830"/>
                </a:lnTo>
                <a:lnTo>
                  <a:pt x="760476" y="163830"/>
                </a:lnTo>
                <a:lnTo>
                  <a:pt x="760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88454" y="1837817"/>
            <a:ext cx="2842895" cy="1530350"/>
          </a:xfrm>
          <a:custGeom>
            <a:avLst/>
            <a:gdLst/>
            <a:ahLst/>
            <a:cxnLst/>
            <a:rect l="l" t="t" r="r" b="b"/>
            <a:pathLst>
              <a:path w="2842895" h="1530350">
                <a:moveTo>
                  <a:pt x="0" y="765048"/>
                </a:moveTo>
                <a:lnTo>
                  <a:pt x="1421384" y="0"/>
                </a:lnTo>
                <a:lnTo>
                  <a:pt x="2842768" y="765048"/>
                </a:lnTo>
                <a:lnTo>
                  <a:pt x="1421384" y="1530096"/>
                </a:lnTo>
                <a:lnTo>
                  <a:pt x="0" y="765048"/>
                </a:lnTo>
                <a:close/>
              </a:path>
            </a:pathLst>
          </a:custGeom>
          <a:ln w="19050">
            <a:solidFill>
              <a:srgbClr val="8F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30971" y="2305558"/>
            <a:ext cx="1161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Expression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91730" y="4045458"/>
            <a:ext cx="2236470" cy="548640"/>
          </a:xfrm>
          <a:custGeom>
            <a:avLst/>
            <a:gdLst/>
            <a:ahLst/>
            <a:cxnLst/>
            <a:rect l="l" t="t" r="r" b="b"/>
            <a:pathLst>
              <a:path w="2236470" h="548639">
                <a:moveTo>
                  <a:pt x="0" y="548639"/>
                </a:moveTo>
                <a:lnTo>
                  <a:pt x="2236216" y="548639"/>
                </a:lnTo>
                <a:lnTo>
                  <a:pt x="2236216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9049">
            <a:solidFill>
              <a:srgbClr val="8F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00821" y="4160266"/>
            <a:ext cx="101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Tahoma"/>
                <a:cs typeface="Tahoma"/>
              </a:rPr>
              <a:t>Body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496172" y="1086358"/>
            <a:ext cx="1773555" cy="4776470"/>
            <a:chOff x="8496172" y="1086358"/>
            <a:chExt cx="1773555" cy="4776470"/>
          </a:xfrm>
        </p:grpSpPr>
        <p:sp>
          <p:nvSpPr>
            <p:cNvPr id="10" name="object 10"/>
            <p:cNvSpPr/>
            <p:nvPr/>
          </p:nvSpPr>
          <p:spPr>
            <a:xfrm>
              <a:off x="8571738" y="1086357"/>
              <a:ext cx="1697989" cy="4192270"/>
            </a:xfrm>
            <a:custGeom>
              <a:avLst/>
              <a:gdLst/>
              <a:ahLst/>
              <a:cxnLst/>
              <a:rect l="l" t="t" r="r" b="b"/>
              <a:pathLst>
                <a:path w="1697990" h="4192270">
                  <a:moveTo>
                    <a:pt x="76200" y="3973449"/>
                  </a:moveTo>
                  <a:lnTo>
                    <a:pt x="47625" y="3973449"/>
                  </a:lnTo>
                  <a:lnTo>
                    <a:pt x="47625" y="3507740"/>
                  </a:lnTo>
                  <a:lnTo>
                    <a:pt x="28575" y="3507740"/>
                  </a:lnTo>
                  <a:lnTo>
                    <a:pt x="28575" y="3973449"/>
                  </a:lnTo>
                  <a:lnTo>
                    <a:pt x="0" y="3973449"/>
                  </a:lnTo>
                  <a:lnTo>
                    <a:pt x="38100" y="4049649"/>
                  </a:lnTo>
                  <a:lnTo>
                    <a:pt x="69850" y="3986149"/>
                  </a:lnTo>
                  <a:lnTo>
                    <a:pt x="76200" y="3973449"/>
                  </a:lnTo>
                  <a:close/>
                </a:path>
                <a:path w="1697990" h="4192270">
                  <a:moveTo>
                    <a:pt x="76200" y="2882900"/>
                  </a:moveTo>
                  <a:lnTo>
                    <a:pt x="47625" y="2882900"/>
                  </a:lnTo>
                  <a:lnTo>
                    <a:pt x="47625" y="2281555"/>
                  </a:lnTo>
                  <a:lnTo>
                    <a:pt x="28575" y="2281555"/>
                  </a:lnTo>
                  <a:lnTo>
                    <a:pt x="28575" y="2882900"/>
                  </a:lnTo>
                  <a:lnTo>
                    <a:pt x="0" y="2882900"/>
                  </a:lnTo>
                  <a:lnTo>
                    <a:pt x="38100" y="2959100"/>
                  </a:lnTo>
                  <a:lnTo>
                    <a:pt x="69850" y="2895600"/>
                  </a:lnTo>
                  <a:lnTo>
                    <a:pt x="76200" y="2882900"/>
                  </a:lnTo>
                  <a:close/>
                </a:path>
                <a:path w="1697990" h="4192270">
                  <a:moveTo>
                    <a:pt x="76200" y="675259"/>
                  </a:moveTo>
                  <a:lnTo>
                    <a:pt x="47625" y="675259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675259"/>
                  </a:lnTo>
                  <a:lnTo>
                    <a:pt x="0" y="675259"/>
                  </a:lnTo>
                  <a:lnTo>
                    <a:pt x="38100" y="751459"/>
                  </a:lnTo>
                  <a:lnTo>
                    <a:pt x="69850" y="687959"/>
                  </a:lnTo>
                  <a:lnTo>
                    <a:pt x="76200" y="675259"/>
                  </a:lnTo>
                  <a:close/>
                </a:path>
                <a:path w="1697990" h="4192270">
                  <a:moveTo>
                    <a:pt x="1697609" y="1511300"/>
                  </a:moveTo>
                  <a:lnTo>
                    <a:pt x="1693418" y="1506982"/>
                  </a:lnTo>
                  <a:lnTo>
                    <a:pt x="1459484" y="1506982"/>
                  </a:lnTo>
                  <a:lnTo>
                    <a:pt x="1459484" y="1526032"/>
                  </a:lnTo>
                  <a:lnTo>
                    <a:pt x="1678559" y="1526032"/>
                  </a:lnTo>
                  <a:lnTo>
                    <a:pt x="1678559" y="4144276"/>
                  </a:lnTo>
                  <a:lnTo>
                    <a:pt x="218440" y="4144276"/>
                  </a:lnTo>
                  <a:lnTo>
                    <a:pt x="218440" y="4115701"/>
                  </a:lnTo>
                  <a:lnTo>
                    <a:pt x="142240" y="4153789"/>
                  </a:lnTo>
                  <a:lnTo>
                    <a:pt x="218440" y="4191889"/>
                  </a:lnTo>
                  <a:lnTo>
                    <a:pt x="218440" y="4163314"/>
                  </a:lnTo>
                  <a:lnTo>
                    <a:pt x="1693418" y="4163314"/>
                  </a:lnTo>
                  <a:lnTo>
                    <a:pt x="1697609" y="4158996"/>
                  </a:lnTo>
                  <a:lnTo>
                    <a:pt x="1697609" y="4153789"/>
                  </a:lnTo>
                  <a:lnTo>
                    <a:pt x="1697609" y="4144276"/>
                  </a:lnTo>
                  <a:lnTo>
                    <a:pt x="1697609" y="1526032"/>
                  </a:lnTo>
                  <a:lnTo>
                    <a:pt x="1697609" y="1516507"/>
                  </a:lnTo>
                  <a:lnTo>
                    <a:pt x="1697609" y="1511300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6172" y="5126481"/>
              <a:ext cx="227329" cy="2272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571737" y="5344160"/>
              <a:ext cx="76200" cy="518159"/>
            </a:xfrm>
            <a:custGeom>
              <a:avLst/>
              <a:gdLst/>
              <a:ahLst/>
              <a:cxnLst/>
              <a:rect l="l" t="t" r="r" b="b"/>
              <a:pathLst>
                <a:path w="76200" h="518160">
                  <a:moveTo>
                    <a:pt x="28575" y="441883"/>
                  </a:moveTo>
                  <a:lnTo>
                    <a:pt x="0" y="441883"/>
                  </a:lnTo>
                  <a:lnTo>
                    <a:pt x="38100" y="518083"/>
                  </a:lnTo>
                  <a:lnTo>
                    <a:pt x="69850" y="454583"/>
                  </a:lnTo>
                  <a:lnTo>
                    <a:pt x="28575" y="454583"/>
                  </a:lnTo>
                  <a:lnTo>
                    <a:pt x="28575" y="441883"/>
                  </a:lnTo>
                  <a:close/>
                </a:path>
                <a:path w="76200" h="518160">
                  <a:moveTo>
                    <a:pt x="47625" y="0"/>
                  </a:moveTo>
                  <a:lnTo>
                    <a:pt x="28575" y="0"/>
                  </a:lnTo>
                  <a:lnTo>
                    <a:pt x="28575" y="454583"/>
                  </a:lnTo>
                  <a:lnTo>
                    <a:pt x="47625" y="454583"/>
                  </a:lnTo>
                  <a:lnTo>
                    <a:pt x="47625" y="0"/>
                  </a:lnTo>
                  <a:close/>
                </a:path>
                <a:path w="76200" h="518160">
                  <a:moveTo>
                    <a:pt x="76200" y="441883"/>
                  </a:moveTo>
                  <a:lnTo>
                    <a:pt x="47625" y="441883"/>
                  </a:lnTo>
                  <a:lnTo>
                    <a:pt x="47625" y="454583"/>
                  </a:lnTo>
                  <a:lnTo>
                    <a:pt x="69850" y="454583"/>
                  </a:lnTo>
                  <a:lnTo>
                    <a:pt x="76200" y="441883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034396" y="2256535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8069" y="3360546"/>
            <a:ext cx="48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True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B5093A1-4388-A824-42C4-BD226192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B6EE-18E4-4CE9-BBA0-B5CB6B7A55C7}" type="datetime1">
              <a:rPr lang="en-US" smtClean="0"/>
              <a:t>3/29/2026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CAA6AE7-6355-2FA3-15E2-54A3360B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9FB140-CDE0-4D14-548A-DA571C14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2494279" y="225679"/>
            <a:ext cx="1122680" cy="776605"/>
            <a:chOff x="2494279" y="225679"/>
            <a:chExt cx="1122680" cy="7766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0090" y="493268"/>
              <a:ext cx="503151" cy="5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00629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763778" y="0"/>
                  </a:moveTo>
                  <a:lnTo>
                    <a:pt x="0" y="7637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7579" y="493268"/>
              <a:ext cx="503103" cy="5031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46450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0" y="0"/>
                  </a:moveTo>
                  <a:lnTo>
                    <a:pt x="763651" y="763778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260154" y="152400"/>
            <a:ext cx="23920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“</a:t>
            </a:r>
            <a:r>
              <a:rPr sz="4800" spc="-240" dirty="0"/>
              <a:t> </a:t>
            </a:r>
            <a:r>
              <a:rPr sz="4800" dirty="0"/>
              <a:t>if</a:t>
            </a:r>
            <a:r>
              <a:rPr sz="4800" spc="-245" dirty="0"/>
              <a:t> </a:t>
            </a:r>
            <a:r>
              <a:rPr sz="4800" spc="-50" dirty="0"/>
              <a:t>”</a:t>
            </a:r>
            <a:endParaRPr sz="4800" dirty="0"/>
          </a:p>
          <a:p>
            <a:pPr algn="ctr">
              <a:lnSpc>
                <a:spcPct val="100000"/>
              </a:lnSpc>
            </a:pPr>
            <a:r>
              <a:rPr sz="4800" spc="70" dirty="0"/>
              <a:t>in</a:t>
            </a:r>
            <a:r>
              <a:rPr sz="4800" spc="-5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1347" y="2148874"/>
            <a:ext cx="4176407" cy="18935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988631" y="2736478"/>
            <a:ext cx="844550" cy="180340"/>
          </a:xfrm>
          <a:custGeom>
            <a:avLst/>
            <a:gdLst/>
            <a:ahLst/>
            <a:cxnLst/>
            <a:rect l="l" t="t" r="r" b="b"/>
            <a:pathLst>
              <a:path w="844550" h="180339">
                <a:moveTo>
                  <a:pt x="18288" y="0"/>
                </a:moveTo>
                <a:lnTo>
                  <a:pt x="0" y="0"/>
                </a:lnTo>
                <a:lnTo>
                  <a:pt x="0" y="180212"/>
                </a:lnTo>
                <a:lnTo>
                  <a:pt x="102235" y="180212"/>
                </a:lnTo>
                <a:lnTo>
                  <a:pt x="102235" y="163830"/>
                </a:lnTo>
                <a:lnTo>
                  <a:pt x="18288" y="163830"/>
                </a:lnTo>
                <a:lnTo>
                  <a:pt x="18288" y="0"/>
                </a:lnTo>
                <a:close/>
              </a:path>
              <a:path w="844550" h="180339">
                <a:moveTo>
                  <a:pt x="279400" y="0"/>
                </a:moveTo>
                <a:lnTo>
                  <a:pt x="167640" y="0"/>
                </a:lnTo>
                <a:lnTo>
                  <a:pt x="167640" y="180212"/>
                </a:lnTo>
                <a:lnTo>
                  <a:pt x="282321" y="180212"/>
                </a:lnTo>
                <a:lnTo>
                  <a:pt x="282321" y="163830"/>
                </a:lnTo>
                <a:lnTo>
                  <a:pt x="185928" y="163830"/>
                </a:lnTo>
                <a:lnTo>
                  <a:pt x="185928" y="94361"/>
                </a:lnTo>
                <a:lnTo>
                  <a:pt x="273177" y="94361"/>
                </a:lnTo>
                <a:lnTo>
                  <a:pt x="273177" y="78358"/>
                </a:lnTo>
                <a:lnTo>
                  <a:pt x="185928" y="78358"/>
                </a:lnTo>
                <a:lnTo>
                  <a:pt x="185928" y="16256"/>
                </a:lnTo>
                <a:lnTo>
                  <a:pt x="279400" y="16256"/>
                </a:lnTo>
                <a:lnTo>
                  <a:pt x="279400" y="0"/>
                </a:lnTo>
                <a:close/>
              </a:path>
              <a:path w="844550" h="180339">
                <a:moveTo>
                  <a:pt x="353187" y="0"/>
                </a:moveTo>
                <a:lnTo>
                  <a:pt x="333375" y="0"/>
                </a:lnTo>
                <a:lnTo>
                  <a:pt x="402082" y="180212"/>
                </a:lnTo>
                <a:lnTo>
                  <a:pt x="421513" y="180212"/>
                </a:lnTo>
                <a:lnTo>
                  <a:pt x="430552" y="156590"/>
                </a:lnTo>
                <a:lnTo>
                  <a:pt x="411734" y="156590"/>
                </a:lnTo>
                <a:lnTo>
                  <a:pt x="353187" y="0"/>
                </a:lnTo>
                <a:close/>
              </a:path>
              <a:path w="844550" h="180339">
                <a:moveTo>
                  <a:pt x="490474" y="0"/>
                </a:moveTo>
                <a:lnTo>
                  <a:pt x="470789" y="0"/>
                </a:lnTo>
                <a:lnTo>
                  <a:pt x="412242" y="156590"/>
                </a:lnTo>
                <a:lnTo>
                  <a:pt x="430552" y="156590"/>
                </a:lnTo>
                <a:lnTo>
                  <a:pt x="490474" y="0"/>
                </a:lnTo>
                <a:close/>
              </a:path>
              <a:path w="844550" h="180339">
                <a:moveTo>
                  <a:pt x="664972" y="0"/>
                </a:moveTo>
                <a:lnTo>
                  <a:pt x="553212" y="0"/>
                </a:lnTo>
                <a:lnTo>
                  <a:pt x="553212" y="180212"/>
                </a:lnTo>
                <a:lnTo>
                  <a:pt x="667893" y="180212"/>
                </a:lnTo>
                <a:lnTo>
                  <a:pt x="667893" y="163830"/>
                </a:lnTo>
                <a:lnTo>
                  <a:pt x="571500" y="163830"/>
                </a:lnTo>
                <a:lnTo>
                  <a:pt x="571500" y="94361"/>
                </a:lnTo>
                <a:lnTo>
                  <a:pt x="658749" y="94361"/>
                </a:lnTo>
                <a:lnTo>
                  <a:pt x="658749" y="78358"/>
                </a:lnTo>
                <a:lnTo>
                  <a:pt x="571500" y="78358"/>
                </a:lnTo>
                <a:lnTo>
                  <a:pt x="571500" y="16256"/>
                </a:lnTo>
                <a:lnTo>
                  <a:pt x="664972" y="16256"/>
                </a:lnTo>
                <a:lnTo>
                  <a:pt x="664972" y="0"/>
                </a:lnTo>
                <a:close/>
              </a:path>
              <a:path w="844550" h="180339">
                <a:moveTo>
                  <a:pt x="760476" y="0"/>
                </a:moveTo>
                <a:lnTo>
                  <a:pt x="742188" y="0"/>
                </a:lnTo>
                <a:lnTo>
                  <a:pt x="742188" y="180212"/>
                </a:lnTo>
                <a:lnTo>
                  <a:pt x="844423" y="180212"/>
                </a:lnTo>
                <a:lnTo>
                  <a:pt x="844423" y="163830"/>
                </a:lnTo>
                <a:lnTo>
                  <a:pt x="760476" y="163830"/>
                </a:lnTo>
                <a:lnTo>
                  <a:pt x="760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rcRect b="50548"/>
          <a:stretch>
            <a:fillRect/>
          </a:stretch>
        </p:blipFill>
        <p:spPr>
          <a:xfrm>
            <a:off x="6138416" y="3048000"/>
            <a:ext cx="5820029" cy="3165355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006DC502-6DEA-A54C-C107-5C047E90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9C65-3871-4278-9D6A-3D5ABB6E940C}" type="datetime1">
              <a:rPr lang="en-US" smtClean="0"/>
              <a:t>3/29/2026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DC5FBED2-898B-C200-7135-334F5B2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C76DB8F-3A37-BA03-181D-C8A4999F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pic>
        <p:nvPicPr>
          <p:cNvPr id="20" name="object 16">
            <a:extLst>
              <a:ext uri="{FF2B5EF4-FFF2-40B4-BE49-F238E27FC236}">
                <a16:creationId xmlns:a16="http://schemas.microsoft.com/office/drawing/2014/main" id="{B71D19BE-99E8-1C50-9CFC-F6F870D0FAA6}"/>
              </a:ext>
            </a:extLst>
          </p:cNvPr>
          <p:cNvPicPr/>
          <p:nvPr/>
        </p:nvPicPr>
        <p:blipFill>
          <a:blip r:embed="rId5" cstate="print"/>
          <a:srcRect t="53839" b="-3291"/>
          <a:stretch>
            <a:fillRect/>
          </a:stretch>
        </p:blipFill>
        <p:spPr>
          <a:xfrm>
            <a:off x="546161" y="3294431"/>
            <a:ext cx="5820029" cy="31653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983" y="2414396"/>
            <a:ext cx="2785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“</a:t>
            </a:r>
            <a:r>
              <a:rPr sz="4800" spc="-30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if</a:t>
            </a:r>
            <a:r>
              <a:rPr sz="4800" spc="-175" dirty="0">
                <a:latin typeface="Times New Roman"/>
                <a:cs typeface="Times New Roman"/>
              </a:rPr>
              <a:t> </a:t>
            </a:r>
            <a:r>
              <a:rPr sz="4800" spc="-1345" dirty="0">
                <a:latin typeface="Times New Roman"/>
                <a:cs typeface="Times New Roman"/>
              </a:rPr>
              <a:t>…</a:t>
            </a:r>
            <a:r>
              <a:rPr sz="4800" dirty="0">
                <a:latin typeface="Times New Roman"/>
                <a:cs typeface="Times New Roman"/>
              </a:rPr>
              <a:t> </a:t>
            </a:r>
            <a:r>
              <a:rPr sz="4800" spc="-110" dirty="0">
                <a:latin typeface="Times New Roman"/>
                <a:cs typeface="Times New Roman"/>
              </a:rPr>
              <a:t>else</a:t>
            </a:r>
            <a:r>
              <a:rPr sz="4800" spc="-155" dirty="0">
                <a:latin typeface="Times New Roman"/>
                <a:cs typeface="Times New Roman"/>
              </a:rPr>
              <a:t> </a:t>
            </a:r>
            <a:r>
              <a:rPr sz="4800" spc="-50" dirty="0">
                <a:latin typeface="Times New Roman"/>
                <a:cs typeface="Times New Roman"/>
              </a:rPr>
              <a:t>”</a:t>
            </a:r>
            <a:endParaRPr sz="4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spc="70" dirty="0">
                <a:latin typeface="Times New Roman"/>
                <a:cs typeface="Times New Roman"/>
              </a:rPr>
              <a:t>in</a:t>
            </a:r>
            <a:r>
              <a:rPr sz="4800" spc="-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Python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12" y="4285615"/>
            <a:ext cx="4636503" cy="18935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611627" y="4747386"/>
            <a:ext cx="844550" cy="180340"/>
          </a:xfrm>
          <a:custGeom>
            <a:avLst/>
            <a:gdLst/>
            <a:ahLst/>
            <a:cxnLst/>
            <a:rect l="l" t="t" r="r" b="b"/>
            <a:pathLst>
              <a:path w="844550" h="180339">
                <a:moveTo>
                  <a:pt x="18288" y="0"/>
                </a:moveTo>
                <a:lnTo>
                  <a:pt x="0" y="0"/>
                </a:lnTo>
                <a:lnTo>
                  <a:pt x="0" y="180212"/>
                </a:lnTo>
                <a:lnTo>
                  <a:pt x="102235" y="180212"/>
                </a:lnTo>
                <a:lnTo>
                  <a:pt x="102235" y="163830"/>
                </a:lnTo>
                <a:lnTo>
                  <a:pt x="18288" y="163830"/>
                </a:lnTo>
                <a:lnTo>
                  <a:pt x="18288" y="0"/>
                </a:lnTo>
                <a:close/>
              </a:path>
              <a:path w="844550" h="180339">
                <a:moveTo>
                  <a:pt x="279400" y="0"/>
                </a:moveTo>
                <a:lnTo>
                  <a:pt x="167640" y="0"/>
                </a:lnTo>
                <a:lnTo>
                  <a:pt x="167640" y="180212"/>
                </a:lnTo>
                <a:lnTo>
                  <a:pt x="282321" y="180212"/>
                </a:lnTo>
                <a:lnTo>
                  <a:pt x="282321" y="163830"/>
                </a:lnTo>
                <a:lnTo>
                  <a:pt x="185928" y="163830"/>
                </a:lnTo>
                <a:lnTo>
                  <a:pt x="185928" y="94361"/>
                </a:lnTo>
                <a:lnTo>
                  <a:pt x="273177" y="94361"/>
                </a:lnTo>
                <a:lnTo>
                  <a:pt x="273177" y="78358"/>
                </a:lnTo>
                <a:lnTo>
                  <a:pt x="185928" y="78358"/>
                </a:lnTo>
                <a:lnTo>
                  <a:pt x="185928" y="16256"/>
                </a:lnTo>
                <a:lnTo>
                  <a:pt x="279400" y="16256"/>
                </a:lnTo>
                <a:lnTo>
                  <a:pt x="279400" y="0"/>
                </a:lnTo>
                <a:close/>
              </a:path>
              <a:path w="844550" h="180339">
                <a:moveTo>
                  <a:pt x="353314" y="0"/>
                </a:moveTo>
                <a:lnTo>
                  <a:pt x="333375" y="0"/>
                </a:lnTo>
                <a:lnTo>
                  <a:pt x="402082" y="180212"/>
                </a:lnTo>
                <a:lnTo>
                  <a:pt x="421513" y="180212"/>
                </a:lnTo>
                <a:lnTo>
                  <a:pt x="430552" y="156590"/>
                </a:lnTo>
                <a:lnTo>
                  <a:pt x="411861" y="156590"/>
                </a:lnTo>
                <a:lnTo>
                  <a:pt x="353314" y="0"/>
                </a:lnTo>
                <a:close/>
              </a:path>
              <a:path w="844550" h="180339">
                <a:moveTo>
                  <a:pt x="490474" y="0"/>
                </a:moveTo>
                <a:lnTo>
                  <a:pt x="470789" y="0"/>
                </a:lnTo>
                <a:lnTo>
                  <a:pt x="412369" y="156590"/>
                </a:lnTo>
                <a:lnTo>
                  <a:pt x="430552" y="156590"/>
                </a:lnTo>
                <a:lnTo>
                  <a:pt x="490474" y="0"/>
                </a:lnTo>
                <a:close/>
              </a:path>
              <a:path w="844550" h="180339">
                <a:moveTo>
                  <a:pt x="664972" y="0"/>
                </a:moveTo>
                <a:lnTo>
                  <a:pt x="553212" y="0"/>
                </a:lnTo>
                <a:lnTo>
                  <a:pt x="553212" y="180212"/>
                </a:lnTo>
                <a:lnTo>
                  <a:pt x="667893" y="180212"/>
                </a:lnTo>
                <a:lnTo>
                  <a:pt x="667893" y="163830"/>
                </a:lnTo>
                <a:lnTo>
                  <a:pt x="571500" y="163830"/>
                </a:lnTo>
                <a:lnTo>
                  <a:pt x="571500" y="94361"/>
                </a:lnTo>
                <a:lnTo>
                  <a:pt x="658749" y="94361"/>
                </a:lnTo>
                <a:lnTo>
                  <a:pt x="658749" y="78358"/>
                </a:lnTo>
                <a:lnTo>
                  <a:pt x="571500" y="78358"/>
                </a:lnTo>
                <a:lnTo>
                  <a:pt x="571500" y="16256"/>
                </a:lnTo>
                <a:lnTo>
                  <a:pt x="664972" y="16256"/>
                </a:lnTo>
                <a:lnTo>
                  <a:pt x="664972" y="0"/>
                </a:lnTo>
                <a:close/>
              </a:path>
              <a:path w="844550" h="180339">
                <a:moveTo>
                  <a:pt x="760476" y="0"/>
                </a:moveTo>
                <a:lnTo>
                  <a:pt x="742188" y="0"/>
                </a:lnTo>
                <a:lnTo>
                  <a:pt x="742188" y="180212"/>
                </a:lnTo>
                <a:lnTo>
                  <a:pt x="844423" y="180212"/>
                </a:lnTo>
                <a:lnTo>
                  <a:pt x="844423" y="163830"/>
                </a:lnTo>
                <a:lnTo>
                  <a:pt x="760476" y="163830"/>
                </a:lnTo>
                <a:lnTo>
                  <a:pt x="760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22616" y="1760601"/>
            <a:ext cx="2842895" cy="1530350"/>
          </a:xfrm>
          <a:custGeom>
            <a:avLst/>
            <a:gdLst/>
            <a:ahLst/>
            <a:cxnLst/>
            <a:rect l="l" t="t" r="r" b="b"/>
            <a:pathLst>
              <a:path w="2842895" h="1530350">
                <a:moveTo>
                  <a:pt x="0" y="765048"/>
                </a:moveTo>
                <a:lnTo>
                  <a:pt x="1421383" y="0"/>
                </a:lnTo>
                <a:lnTo>
                  <a:pt x="2842767" y="765048"/>
                </a:lnTo>
                <a:lnTo>
                  <a:pt x="1421383" y="1530096"/>
                </a:lnTo>
                <a:lnTo>
                  <a:pt x="0" y="765048"/>
                </a:lnTo>
                <a:close/>
              </a:path>
            </a:pathLst>
          </a:custGeom>
          <a:ln w="19050">
            <a:solidFill>
              <a:srgbClr val="8F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65006" y="2228469"/>
            <a:ext cx="1162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941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Test </a:t>
            </a:r>
            <a:r>
              <a:rPr sz="1800" spc="-10" dirty="0">
                <a:latin typeface="Tahoma"/>
                <a:cs typeface="Tahoma"/>
              </a:rPr>
              <a:t>Expression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64604" y="3755009"/>
            <a:ext cx="1828800" cy="548640"/>
          </a:xfrm>
          <a:prstGeom prst="rect">
            <a:avLst/>
          </a:prstGeom>
          <a:ln w="19050">
            <a:solidFill>
              <a:srgbClr val="8FA2A2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417195">
              <a:lnSpc>
                <a:spcPct val="100000"/>
              </a:lnSpc>
              <a:spcBef>
                <a:spcPts val="1000"/>
              </a:spcBef>
            </a:pPr>
            <a:r>
              <a:rPr sz="1800" spc="70" dirty="0">
                <a:latin typeface="Tahoma"/>
                <a:cs typeface="Tahoma"/>
              </a:rPr>
              <a:t>Body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05900" y="574674"/>
            <a:ext cx="1932939" cy="3119755"/>
          </a:xfrm>
          <a:custGeom>
            <a:avLst/>
            <a:gdLst/>
            <a:ahLst/>
            <a:cxnLst/>
            <a:rect l="l" t="t" r="r" b="b"/>
            <a:pathLst>
              <a:path w="1932940" h="3119754">
                <a:moveTo>
                  <a:pt x="76200" y="1109726"/>
                </a:moveTo>
                <a:lnTo>
                  <a:pt x="47625" y="1109726"/>
                </a:lnTo>
                <a:lnTo>
                  <a:pt x="47625" y="0"/>
                </a:lnTo>
                <a:lnTo>
                  <a:pt x="28575" y="0"/>
                </a:lnTo>
                <a:lnTo>
                  <a:pt x="28575" y="1109726"/>
                </a:lnTo>
                <a:lnTo>
                  <a:pt x="0" y="1109726"/>
                </a:lnTo>
                <a:lnTo>
                  <a:pt x="38100" y="1185926"/>
                </a:lnTo>
                <a:lnTo>
                  <a:pt x="69850" y="1122426"/>
                </a:lnTo>
                <a:lnTo>
                  <a:pt x="76200" y="1109726"/>
                </a:lnTo>
                <a:close/>
              </a:path>
              <a:path w="1932940" h="3119754">
                <a:moveTo>
                  <a:pt x="1932686" y="3043555"/>
                </a:moveTo>
                <a:lnTo>
                  <a:pt x="1904111" y="3043555"/>
                </a:lnTo>
                <a:lnTo>
                  <a:pt x="1904111" y="1960499"/>
                </a:lnTo>
                <a:lnTo>
                  <a:pt x="1904111" y="1950974"/>
                </a:lnTo>
                <a:lnTo>
                  <a:pt x="1904111" y="1945767"/>
                </a:lnTo>
                <a:lnTo>
                  <a:pt x="1899793" y="1941449"/>
                </a:lnTo>
                <a:lnTo>
                  <a:pt x="1459484" y="1941449"/>
                </a:lnTo>
                <a:lnTo>
                  <a:pt x="1459484" y="1960499"/>
                </a:lnTo>
                <a:lnTo>
                  <a:pt x="1885061" y="1960499"/>
                </a:lnTo>
                <a:lnTo>
                  <a:pt x="1885061" y="3043555"/>
                </a:lnTo>
                <a:lnTo>
                  <a:pt x="1856486" y="3043555"/>
                </a:lnTo>
                <a:lnTo>
                  <a:pt x="1894586" y="3119755"/>
                </a:lnTo>
                <a:lnTo>
                  <a:pt x="1926336" y="3056255"/>
                </a:lnTo>
                <a:lnTo>
                  <a:pt x="1932686" y="3043555"/>
                </a:lnTo>
                <a:close/>
              </a:path>
            </a:pathLst>
          </a:custGeom>
          <a:solidFill>
            <a:srgbClr val="8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86085" y="3694429"/>
            <a:ext cx="1828800" cy="548640"/>
          </a:xfrm>
          <a:prstGeom prst="rect">
            <a:avLst/>
          </a:prstGeom>
          <a:ln w="19050">
            <a:solidFill>
              <a:srgbClr val="8FA2A2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0"/>
              </a:spcBef>
            </a:pPr>
            <a:r>
              <a:rPr sz="1800" spc="70" dirty="0">
                <a:latin typeface="Tahoma"/>
                <a:cs typeface="Tahoma"/>
              </a:rPr>
              <a:t>Body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if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40905" y="2516123"/>
            <a:ext cx="481965" cy="1238885"/>
          </a:xfrm>
          <a:custGeom>
            <a:avLst/>
            <a:gdLst/>
            <a:ahLst/>
            <a:cxnLst/>
            <a:rect l="l" t="t" r="r" b="b"/>
            <a:pathLst>
              <a:path w="481965" h="1238885">
                <a:moveTo>
                  <a:pt x="28575" y="1162684"/>
                </a:moveTo>
                <a:lnTo>
                  <a:pt x="0" y="1162684"/>
                </a:lnTo>
                <a:lnTo>
                  <a:pt x="38100" y="1238884"/>
                </a:lnTo>
                <a:lnTo>
                  <a:pt x="69850" y="1175384"/>
                </a:lnTo>
                <a:lnTo>
                  <a:pt x="28575" y="1175384"/>
                </a:lnTo>
                <a:lnTo>
                  <a:pt x="28575" y="1162684"/>
                </a:lnTo>
                <a:close/>
              </a:path>
              <a:path w="481965" h="1238885">
                <a:moveTo>
                  <a:pt x="481711" y="0"/>
                </a:moveTo>
                <a:lnTo>
                  <a:pt x="32766" y="0"/>
                </a:lnTo>
                <a:lnTo>
                  <a:pt x="28575" y="4317"/>
                </a:lnTo>
                <a:lnTo>
                  <a:pt x="28575" y="1175384"/>
                </a:lnTo>
                <a:lnTo>
                  <a:pt x="47625" y="1175384"/>
                </a:lnTo>
                <a:lnTo>
                  <a:pt x="47625" y="19050"/>
                </a:lnTo>
                <a:lnTo>
                  <a:pt x="38100" y="19050"/>
                </a:lnTo>
                <a:lnTo>
                  <a:pt x="47625" y="9525"/>
                </a:lnTo>
                <a:lnTo>
                  <a:pt x="481711" y="9525"/>
                </a:lnTo>
                <a:lnTo>
                  <a:pt x="481711" y="0"/>
                </a:lnTo>
                <a:close/>
              </a:path>
              <a:path w="481965" h="1238885">
                <a:moveTo>
                  <a:pt x="76200" y="1162684"/>
                </a:moveTo>
                <a:lnTo>
                  <a:pt x="47625" y="1162684"/>
                </a:lnTo>
                <a:lnTo>
                  <a:pt x="47625" y="1175384"/>
                </a:lnTo>
                <a:lnTo>
                  <a:pt x="69850" y="1175384"/>
                </a:lnTo>
                <a:lnTo>
                  <a:pt x="76200" y="1162684"/>
                </a:lnTo>
                <a:close/>
              </a:path>
              <a:path w="481965" h="1238885">
                <a:moveTo>
                  <a:pt x="47625" y="9525"/>
                </a:moveTo>
                <a:lnTo>
                  <a:pt x="38100" y="19050"/>
                </a:lnTo>
                <a:lnTo>
                  <a:pt x="47625" y="19050"/>
                </a:lnTo>
                <a:lnTo>
                  <a:pt x="47625" y="9525"/>
                </a:lnTo>
                <a:close/>
              </a:path>
              <a:path w="481965" h="1238885">
                <a:moveTo>
                  <a:pt x="481711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481711" y="19050"/>
                </a:lnTo>
                <a:lnTo>
                  <a:pt x="481711" y="9525"/>
                </a:lnTo>
                <a:close/>
              </a:path>
            </a:pathLst>
          </a:custGeom>
          <a:solidFill>
            <a:srgbClr val="8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7269480" y="4243070"/>
            <a:ext cx="3740785" cy="1619250"/>
            <a:chOff x="7269480" y="4243070"/>
            <a:chExt cx="3740785" cy="16192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30335" y="4941316"/>
              <a:ext cx="227330" cy="22732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269480" y="4243069"/>
              <a:ext cx="3740785" cy="1619250"/>
            </a:xfrm>
            <a:custGeom>
              <a:avLst/>
              <a:gdLst/>
              <a:ahLst/>
              <a:cxnLst/>
              <a:rect l="l" t="t" r="r" b="b"/>
              <a:pathLst>
                <a:path w="3740784" h="1619250">
                  <a:moveTo>
                    <a:pt x="1770380" y="811911"/>
                  </a:moveTo>
                  <a:lnTo>
                    <a:pt x="1751330" y="802386"/>
                  </a:lnTo>
                  <a:lnTo>
                    <a:pt x="1694180" y="773811"/>
                  </a:lnTo>
                  <a:lnTo>
                    <a:pt x="1694180" y="802386"/>
                  </a:lnTo>
                  <a:lnTo>
                    <a:pt x="19050" y="802386"/>
                  </a:lnTo>
                  <a:lnTo>
                    <a:pt x="19050" y="60579"/>
                  </a:lnTo>
                  <a:lnTo>
                    <a:pt x="0" y="60579"/>
                  </a:lnTo>
                  <a:lnTo>
                    <a:pt x="0" y="817118"/>
                  </a:lnTo>
                  <a:lnTo>
                    <a:pt x="4191" y="821436"/>
                  </a:lnTo>
                  <a:lnTo>
                    <a:pt x="1694180" y="821436"/>
                  </a:lnTo>
                  <a:lnTo>
                    <a:pt x="1694180" y="850011"/>
                  </a:lnTo>
                  <a:lnTo>
                    <a:pt x="1751330" y="821436"/>
                  </a:lnTo>
                  <a:lnTo>
                    <a:pt x="1770380" y="811911"/>
                  </a:lnTo>
                  <a:close/>
                </a:path>
                <a:path w="3740784" h="1619250">
                  <a:moveTo>
                    <a:pt x="1912620" y="1542973"/>
                  </a:moveTo>
                  <a:lnTo>
                    <a:pt x="1884045" y="1542973"/>
                  </a:lnTo>
                  <a:lnTo>
                    <a:pt x="1884045" y="916051"/>
                  </a:lnTo>
                  <a:lnTo>
                    <a:pt x="1864995" y="916051"/>
                  </a:lnTo>
                  <a:lnTo>
                    <a:pt x="1864995" y="1542973"/>
                  </a:lnTo>
                  <a:lnTo>
                    <a:pt x="1836420" y="1542973"/>
                  </a:lnTo>
                  <a:lnTo>
                    <a:pt x="1874520" y="1619173"/>
                  </a:lnTo>
                  <a:lnTo>
                    <a:pt x="1906270" y="1555673"/>
                  </a:lnTo>
                  <a:lnTo>
                    <a:pt x="1912620" y="1542973"/>
                  </a:lnTo>
                  <a:close/>
                </a:path>
                <a:path w="3740784" h="1619250">
                  <a:moveTo>
                    <a:pt x="3740531" y="0"/>
                  </a:moveTo>
                  <a:lnTo>
                    <a:pt x="3721481" y="0"/>
                  </a:lnTo>
                  <a:lnTo>
                    <a:pt x="3721481" y="802386"/>
                  </a:lnTo>
                  <a:lnTo>
                    <a:pt x="2054860" y="802386"/>
                  </a:lnTo>
                  <a:lnTo>
                    <a:pt x="2054860" y="773811"/>
                  </a:lnTo>
                  <a:lnTo>
                    <a:pt x="1978660" y="811911"/>
                  </a:lnTo>
                  <a:lnTo>
                    <a:pt x="2054860" y="850011"/>
                  </a:lnTo>
                  <a:lnTo>
                    <a:pt x="2054860" y="821436"/>
                  </a:lnTo>
                  <a:lnTo>
                    <a:pt x="3736213" y="821436"/>
                  </a:lnTo>
                  <a:lnTo>
                    <a:pt x="3740531" y="817118"/>
                  </a:lnTo>
                  <a:lnTo>
                    <a:pt x="3740531" y="811911"/>
                  </a:lnTo>
                  <a:lnTo>
                    <a:pt x="3740531" y="802386"/>
                  </a:lnTo>
                  <a:lnTo>
                    <a:pt x="3740531" y="0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570209" y="2233040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40269" y="2233040"/>
            <a:ext cx="48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True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3512CD96-F8C6-76F2-7647-64066F13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0F56-9ED1-4637-A39B-A2BB8020920E}" type="datetime1">
              <a:rPr lang="en-US" smtClean="0"/>
              <a:t>3/29/2026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D9640B6-4C86-F39A-A0F3-2B8EBF7F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2BD9B21-0179-9333-526D-6899EFAC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2494279" y="225679"/>
            <a:ext cx="1122680" cy="776605"/>
            <a:chOff x="2494279" y="225679"/>
            <a:chExt cx="1122680" cy="7766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0090" y="493268"/>
              <a:ext cx="503151" cy="5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00629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763778" y="0"/>
                  </a:moveTo>
                  <a:lnTo>
                    <a:pt x="0" y="7637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7579" y="493268"/>
              <a:ext cx="503103" cy="5031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46450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0" y="0"/>
                  </a:moveTo>
                  <a:lnTo>
                    <a:pt x="763651" y="763778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66257" y="1939925"/>
            <a:ext cx="2785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“</a:t>
            </a:r>
            <a:r>
              <a:rPr sz="4800" spc="-300" dirty="0"/>
              <a:t> </a:t>
            </a:r>
            <a:r>
              <a:rPr sz="4800" dirty="0"/>
              <a:t>if</a:t>
            </a:r>
            <a:r>
              <a:rPr sz="4800" spc="-175" dirty="0"/>
              <a:t> </a:t>
            </a:r>
            <a:r>
              <a:rPr sz="4800" spc="-1345" dirty="0"/>
              <a:t>…</a:t>
            </a:r>
            <a:r>
              <a:rPr sz="4800" dirty="0"/>
              <a:t> </a:t>
            </a:r>
            <a:r>
              <a:rPr sz="4800" spc="-110" dirty="0"/>
              <a:t>else</a:t>
            </a:r>
            <a:r>
              <a:rPr sz="4800" spc="-155" dirty="0"/>
              <a:t> </a:t>
            </a:r>
            <a:r>
              <a:rPr sz="4800" spc="-50" dirty="0"/>
              <a:t>”</a:t>
            </a:r>
            <a:endParaRPr sz="4800" dirty="0"/>
          </a:p>
          <a:p>
            <a:pPr algn="ctr">
              <a:lnSpc>
                <a:spcPct val="100000"/>
              </a:lnSpc>
            </a:pPr>
            <a:r>
              <a:rPr sz="4800" spc="70" dirty="0"/>
              <a:t>in</a:t>
            </a:r>
            <a:r>
              <a:rPr sz="4800" spc="-5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097" y="3654999"/>
            <a:ext cx="4636503" cy="18935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922184" y="4070355"/>
            <a:ext cx="844550" cy="180340"/>
          </a:xfrm>
          <a:custGeom>
            <a:avLst/>
            <a:gdLst/>
            <a:ahLst/>
            <a:cxnLst/>
            <a:rect l="l" t="t" r="r" b="b"/>
            <a:pathLst>
              <a:path w="844550" h="180339">
                <a:moveTo>
                  <a:pt x="18288" y="0"/>
                </a:moveTo>
                <a:lnTo>
                  <a:pt x="0" y="0"/>
                </a:lnTo>
                <a:lnTo>
                  <a:pt x="0" y="180212"/>
                </a:lnTo>
                <a:lnTo>
                  <a:pt x="102235" y="180212"/>
                </a:lnTo>
                <a:lnTo>
                  <a:pt x="102235" y="163830"/>
                </a:lnTo>
                <a:lnTo>
                  <a:pt x="18288" y="163830"/>
                </a:lnTo>
                <a:lnTo>
                  <a:pt x="18288" y="0"/>
                </a:lnTo>
                <a:close/>
              </a:path>
              <a:path w="844550" h="180339">
                <a:moveTo>
                  <a:pt x="279400" y="0"/>
                </a:moveTo>
                <a:lnTo>
                  <a:pt x="167640" y="0"/>
                </a:lnTo>
                <a:lnTo>
                  <a:pt x="167640" y="180212"/>
                </a:lnTo>
                <a:lnTo>
                  <a:pt x="282321" y="180212"/>
                </a:lnTo>
                <a:lnTo>
                  <a:pt x="282321" y="163830"/>
                </a:lnTo>
                <a:lnTo>
                  <a:pt x="185928" y="163830"/>
                </a:lnTo>
                <a:lnTo>
                  <a:pt x="185928" y="94361"/>
                </a:lnTo>
                <a:lnTo>
                  <a:pt x="273177" y="94361"/>
                </a:lnTo>
                <a:lnTo>
                  <a:pt x="273177" y="78358"/>
                </a:lnTo>
                <a:lnTo>
                  <a:pt x="185928" y="78358"/>
                </a:lnTo>
                <a:lnTo>
                  <a:pt x="185928" y="16256"/>
                </a:lnTo>
                <a:lnTo>
                  <a:pt x="279400" y="16256"/>
                </a:lnTo>
                <a:lnTo>
                  <a:pt x="279400" y="0"/>
                </a:lnTo>
                <a:close/>
              </a:path>
              <a:path w="844550" h="180339">
                <a:moveTo>
                  <a:pt x="353314" y="0"/>
                </a:moveTo>
                <a:lnTo>
                  <a:pt x="333375" y="0"/>
                </a:lnTo>
                <a:lnTo>
                  <a:pt x="402082" y="180212"/>
                </a:lnTo>
                <a:lnTo>
                  <a:pt x="421513" y="180212"/>
                </a:lnTo>
                <a:lnTo>
                  <a:pt x="430552" y="156590"/>
                </a:lnTo>
                <a:lnTo>
                  <a:pt x="411861" y="156590"/>
                </a:lnTo>
                <a:lnTo>
                  <a:pt x="353314" y="0"/>
                </a:lnTo>
                <a:close/>
              </a:path>
              <a:path w="844550" h="180339">
                <a:moveTo>
                  <a:pt x="490474" y="0"/>
                </a:moveTo>
                <a:lnTo>
                  <a:pt x="470789" y="0"/>
                </a:lnTo>
                <a:lnTo>
                  <a:pt x="412369" y="156590"/>
                </a:lnTo>
                <a:lnTo>
                  <a:pt x="430552" y="156590"/>
                </a:lnTo>
                <a:lnTo>
                  <a:pt x="490474" y="0"/>
                </a:lnTo>
                <a:close/>
              </a:path>
              <a:path w="844550" h="180339">
                <a:moveTo>
                  <a:pt x="664972" y="0"/>
                </a:moveTo>
                <a:lnTo>
                  <a:pt x="553212" y="0"/>
                </a:lnTo>
                <a:lnTo>
                  <a:pt x="553212" y="180212"/>
                </a:lnTo>
                <a:lnTo>
                  <a:pt x="667893" y="180212"/>
                </a:lnTo>
                <a:lnTo>
                  <a:pt x="667893" y="163830"/>
                </a:lnTo>
                <a:lnTo>
                  <a:pt x="571500" y="163830"/>
                </a:lnTo>
                <a:lnTo>
                  <a:pt x="571500" y="94361"/>
                </a:lnTo>
                <a:lnTo>
                  <a:pt x="658749" y="94361"/>
                </a:lnTo>
                <a:lnTo>
                  <a:pt x="658749" y="78358"/>
                </a:lnTo>
                <a:lnTo>
                  <a:pt x="571500" y="78358"/>
                </a:lnTo>
                <a:lnTo>
                  <a:pt x="571500" y="16256"/>
                </a:lnTo>
                <a:lnTo>
                  <a:pt x="664972" y="16256"/>
                </a:lnTo>
                <a:lnTo>
                  <a:pt x="664972" y="0"/>
                </a:lnTo>
                <a:close/>
              </a:path>
              <a:path w="844550" h="180339">
                <a:moveTo>
                  <a:pt x="760476" y="0"/>
                </a:moveTo>
                <a:lnTo>
                  <a:pt x="742188" y="0"/>
                </a:lnTo>
                <a:lnTo>
                  <a:pt x="742188" y="180212"/>
                </a:lnTo>
                <a:lnTo>
                  <a:pt x="844423" y="180212"/>
                </a:lnTo>
                <a:lnTo>
                  <a:pt x="844423" y="163830"/>
                </a:lnTo>
                <a:lnTo>
                  <a:pt x="760476" y="163830"/>
                </a:lnTo>
                <a:lnTo>
                  <a:pt x="760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3417" y="613981"/>
            <a:ext cx="5888101" cy="3850386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3D3759B5-3EAF-FCFD-00F5-0D10F4BF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05D4-5DC9-4544-9E64-1FCE120B8930}" type="datetime1">
              <a:rPr lang="en-US" smtClean="0"/>
              <a:t>3/29/2026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B41664-09E2-8ED2-AAA3-3C8AD10B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DF7311A-39D1-A31E-4903-A2E14158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0575DCA-683E-69D7-E2C9-2B7920D50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582672"/>
            <a:ext cx="537057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9208" y="1437067"/>
            <a:ext cx="42837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“</a:t>
            </a:r>
            <a:r>
              <a:rPr sz="4800" spc="-30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if</a:t>
            </a:r>
            <a:r>
              <a:rPr sz="4800" spc="-275" dirty="0">
                <a:latin typeface="Times New Roman"/>
                <a:cs typeface="Times New Roman"/>
              </a:rPr>
              <a:t> </a:t>
            </a:r>
            <a:r>
              <a:rPr sz="4800" spc="-1345" dirty="0">
                <a:latin typeface="Times New Roman"/>
                <a:cs typeface="Times New Roman"/>
              </a:rPr>
              <a:t>…</a:t>
            </a:r>
            <a:r>
              <a:rPr sz="4800" spc="10" dirty="0">
                <a:latin typeface="Times New Roman"/>
                <a:cs typeface="Times New Roman"/>
              </a:rPr>
              <a:t> </a:t>
            </a:r>
            <a:r>
              <a:rPr sz="4800" spc="-75" dirty="0">
                <a:latin typeface="Times New Roman"/>
                <a:cs typeface="Times New Roman"/>
              </a:rPr>
              <a:t>elif</a:t>
            </a:r>
            <a:r>
              <a:rPr sz="4800" spc="-135" dirty="0">
                <a:latin typeface="Times New Roman"/>
                <a:cs typeface="Times New Roman"/>
              </a:rPr>
              <a:t> </a:t>
            </a:r>
            <a:r>
              <a:rPr sz="4800" spc="-1345" dirty="0">
                <a:latin typeface="Times New Roman"/>
                <a:cs typeface="Times New Roman"/>
              </a:rPr>
              <a:t>…</a:t>
            </a:r>
            <a:r>
              <a:rPr sz="4800" dirty="0">
                <a:latin typeface="Times New Roman"/>
                <a:cs typeface="Times New Roman"/>
              </a:rPr>
              <a:t> </a:t>
            </a:r>
            <a:r>
              <a:rPr sz="4800" spc="-114" dirty="0">
                <a:latin typeface="Times New Roman"/>
                <a:cs typeface="Times New Roman"/>
              </a:rPr>
              <a:t>else</a:t>
            </a:r>
            <a:r>
              <a:rPr sz="4800" spc="-145" dirty="0">
                <a:latin typeface="Times New Roman"/>
                <a:cs typeface="Times New Roman"/>
              </a:rPr>
              <a:t> </a:t>
            </a:r>
            <a:r>
              <a:rPr sz="4800" spc="-50" dirty="0">
                <a:latin typeface="Times New Roman"/>
                <a:cs typeface="Times New Roman"/>
              </a:rPr>
              <a:t>”</a:t>
            </a:r>
            <a:endParaRPr sz="480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4800" spc="70" dirty="0">
                <a:latin typeface="Times New Roman"/>
                <a:cs typeface="Times New Roman"/>
              </a:rPr>
              <a:t>in</a:t>
            </a:r>
            <a:r>
              <a:rPr sz="4800" spc="-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Python</a:t>
            </a:r>
            <a:endParaRPr sz="4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3321486"/>
            <a:ext cx="4176407" cy="18935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725001" y="3759961"/>
            <a:ext cx="844550" cy="180340"/>
          </a:xfrm>
          <a:custGeom>
            <a:avLst/>
            <a:gdLst/>
            <a:ahLst/>
            <a:cxnLst/>
            <a:rect l="l" t="t" r="r" b="b"/>
            <a:pathLst>
              <a:path w="844550" h="180339">
                <a:moveTo>
                  <a:pt x="18288" y="0"/>
                </a:moveTo>
                <a:lnTo>
                  <a:pt x="0" y="0"/>
                </a:lnTo>
                <a:lnTo>
                  <a:pt x="0" y="180212"/>
                </a:lnTo>
                <a:lnTo>
                  <a:pt x="102235" y="180212"/>
                </a:lnTo>
                <a:lnTo>
                  <a:pt x="102235" y="163830"/>
                </a:lnTo>
                <a:lnTo>
                  <a:pt x="18288" y="163830"/>
                </a:lnTo>
                <a:lnTo>
                  <a:pt x="18288" y="0"/>
                </a:lnTo>
                <a:close/>
              </a:path>
              <a:path w="844550" h="180339">
                <a:moveTo>
                  <a:pt x="279400" y="0"/>
                </a:moveTo>
                <a:lnTo>
                  <a:pt x="167640" y="0"/>
                </a:lnTo>
                <a:lnTo>
                  <a:pt x="167640" y="180212"/>
                </a:lnTo>
                <a:lnTo>
                  <a:pt x="282321" y="180212"/>
                </a:lnTo>
                <a:lnTo>
                  <a:pt x="282321" y="163830"/>
                </a:lnTo>
                <a:lnTo>
                  <a:pt x="185928" y="163830"/>
                </a:lnTo>
                <a:lnTo>
                  <a:pt x="185928" y="94361"/>
                </a:lnTo>
                <a:lnTo>
                  <a:pt x="273177" y="94361"/>
                </a:lnTo>
                <a:lnTo>
                  <a:pt x="273177" y="78358"/>
                </a:lnTo>
                <a:lnTo>
                  <a:pt x="185928" y="78358"/>
                </a:lnTo>
                <a:lnTo>
                  <a:pt x="185928" y="16256"/>
                </a:lnTo>
                <a:lnTo>
                  <a:pt x="279400" y="16256"/>
                </a:lnTo>
                <a:lnTo>
                  <a:pt x="279400" y="0"/>
                </a:lnTo>
                <a:close/>
              </a:path>
              <a:path w="844550" h="180339">
                <a:moveTo>
                  <a:pt x="353187" y="0"/>
                </a:moveTo>
                <a:lnTo>
                  <a:pt x="333375" y="0"/>
                </a:lnTo>
                <a:lnTo>
                  <a:pt x="402082" y="180212"/>
                </a:lnTo>
                <a:lnTo>
                  <a:pt x="421513" y="180212"/>
                </a:lnTo>
                <a:lnTo>
                  <a:pt x="430552" y="156590"/>
                </a:lnTo>
                <a:lnTo>
                  <a:pt x="411734" y="156590"/>
                </a:lnTo>
                <a:lnTo>
                  <a:pt x="353187" y="0"/>
                </a:lnTo>
                <a:close/>
              </a:path>
              <a:path w="844550" h="180339">
                <a:moveTo>
                  <a:pt x="490474" y="0"/>
                </a:moveTo>
                <a:lnTo>
                  <a:pt x="470789" y="0"/>
                </a:lnTo>
                <a:lnTo>
                  <a:pt x="412242" y="156590"/>
                </a:lnTo>
                <a:lnTo>
                  <a:pt x="430552" y="156590"/>
                </a:lnTo>
                <a:lnTo>
                  <a:pt x="490474" y="0"/>
                </a:lnTo>
                <a:close/>
              </a:path>
              <a:path w="844550" h="180339">
                <a:moveTo>
                  <a:pt x="664972" y="0"/>
                </a:moveTo>
                <a:lnTo>
                  <a:pt x="553212" y="0"/>
                </a:lnTo>
                <a:lnTo>
                  <a:pt x="553212" y="180212"/>
                </a:lnTo>
                <a:lnTo>
                  <a:pt x="667893" y="180212"/>
                </a:lnTo>
                <a:lnTo>
                  <a:pt x="667893" y="163830"/>
                </a:lnTo>
                <a:lnTo>
                  <a:pt x="571500" y="163830"/>
                </a:lnTo>
                <a:lnTo>
                  <a:pt x="571500" y="94361"/>
                </a:lnTo>
                <a:lnTo>
                  <a:pt x="658749" y="94361"/>
                </a:lnTo>
                <a:lnTo>
                  <a:pt x="658749" y="78358"/>
                </a:lnTo>
                <a:lnTo>
                  <a:pt x="571500" y="78358"/>
                </a:lnTo>
                <a:lnTo>
                  <a:pt x="571500" y="16256"/>
                </a:lnTo>
                <a:lnTo>
                  <a:pt x="664972" y="16256"/>
                </a:lnTo>
                <a:lnTo>
                  <a:pt x="664972" y="0"/>
                </a:lnTo>
                <a:close/>
              </a:path>
              <a:path w="844550" h="180339">
                <a:moveTo>
                  <a:pt x="760476" y="0"/>
                </a:moveTo>
                <a:lnTo>
                  <a:pt x="742188" y="0"/>
                </a:lnTo>
                <a:lnTo>
                  <a:pt x="742188" y="180212"/>
                </a:lnTo>
                <a:lnTo>
                  <a:pt x="844423" y="180212"/>
                </a:lnTo>
                <a:lnTo>
                  <a:pt x="844423" y="163830"/>
                </a:lnTo>
                <a:lnTo>
                  <a:pt x="760476" y="163830"/>
                </a:lnTo>
                <a:lnTo>
                  <a:pt x="760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41998" y="612775"/>
            <a:ext cx="2842895" cy="1241425"/>
          </a:xfrm>
          <a:custGeom>
            <a:avLst/>
            <a:gdLst/>
            <a:ahLst/>
            <a:cxnLst/>
            <a:rect l="l" t="t" r="r" b="b"/>
            <a:pathLst>
              <a:path w="2842895" h="1241425">
                <a:moveTo>
                  <a:pt x="0" y="620649"/>
                </a:moveTo>
                <a:lnTo>
                  <a:pt x="1421383" y="0"/>
                </a:lnTo>
                <a:lnTo>
                  <a:pt x="2842768" y="620649"/>
                </a:lnTo>
                <a:lnTo>
                  <a:pt x="1421383" y="1241298"/>
                </a:lnTo>
                <a:lnTo>
                  <a:pt x="0" y="620649"/>
                </a:lnTo>
                <a:close/>
              </a:path>
            </a:pathLst>
          </a:custGeom>
          <a:ln w="19050">
            <a:solidFill>
              <a:srgbClr val="8F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84263" y="798703"/>
            <a:ext cx="11614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Test </a:t>
            </a:r>
            <a:r>
              <a:rPr sz="1800" spc="-10" dirty="0">
                <a:latin typeface="Tahoma"/>
                <a:cs typeface="Tahoma"/>
              </a:rPr>
              <a:t>Expression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13925" y="960755"/>
            <a:ext cx="1322070" cy="548640"/>
          </a:xfrm>
          <a:prstGeom prst="rect">
            <a:avLst/>
          </a:prstGeom>
          <a:ln w="19050">
            <a:solidFill>
              <a:srgbClr val="8FA2A2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994"/>
              </a:spcBef>
            </a:pPr>
            <a:r>
              <a:rPr sz="1800" spc="90" dirty="0">
                <a:latin typeface="Tahoma"/>
                <a:cs typeface="Tahoma"/>
              </a:rPr>
              <a:t>body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49718" y="229743"/>
            <a:ext cx="227329" cy="6112510"/>
            <a:chOff x="7649718" y="229743"/>
            <a:chExt cx="227329" cy="6112510"/>
          </a:xfrm>
        </p:grpSpPr>
        <p:sp>
          <p:nvSpPr>
            <p:cNvPr id="9" name="object 9"/>
            <p:cNvSpPr/>
            <p:nvPr/>
          </p:nvSpPr>
          <p:spPr>
            <a:xfrm>
              <a:off x="7725283" y="229755"/>
              <a:ext cx="76200" cy="2007235"/>
            </a:xfrm>
            <a:custGeom>
              <a:avLst/>
              <a:gdLst/>
              <a:ahLst/>
              <a:cxnLst/>
              <a:rect l="l" t="t" r="r" b="b"/>
              <a:pathLst>
                <a:path w="76200" h="2007235">
                  <a:moveTo>
                    <a:pt x="76200" y="1931022"/>
                  </a:moveTo>
                  <a:lnTo>
                    <a:pt x="47625" y="1931022"/>
                  </a:lnTo>
                  <a:lnTo>
                    <a:pt x="47625" y="1624317"/>
                  </a:lnTo>
                  <a:lnTo>
                    <a:pt x="28575" y="1624317"/>
                  </a:lnTo>
                  <a:lnTo>
                    <a:pt x="28575" y="1931022"/>
                  </a:lnTo>
                  <a:lnTo>
                    <a:pt x="0" y="1931022"/>
                  </a:lnTo>
                  <a:lnTo>
                    <a:pt x="38100" y="2007222"/>
                  </a:lnTo>
                  <a:lnTo>
                    <a:pt x="69850" y="1943722"/>
                  </a:lnTo>
                  <a:lnTo>
                    <a:pt x="76200" y="1931022"/>
                  </a:lnTo>
                  <a:close/>
                </a:path>
                <a:path w="76200" h="2007235">
                  <a:moveTo>
                    <a:pt x="76200" y="306819"/>
                  </a:moveTo>
                  <a:lnTo>
                    <a:pt x="47625" y="306819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306819"/>
                  </a:lnTo>
                  <a:lnTo>
                    <a:pt x="0" y="306819"/>
                  </a:lnTo>
                  <a:lnTo>
                    <a:pt x="38100" y="383019"/>
                  </a:lnTo>
                  <a:lnTo>
                    <a:pt x="69850" y="319519"/>
                  </a:lnTo>
                  <a:lnTo>
                    <a:pt x="76200" y="306819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9718" y="5741974"/>
              <a:ext cx="227202" cy="22727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25283" y="5959728"/>
              <a:ext cx="76200" cy="382270"/>
            </a:xfrm>
            <a:custGeom>
              <a:avLst/>
              <a:gdLst/>
              <a:ahLst/>
              <a:cxnLst/>
              <a:rect l="l" t="t" r="r" b="b"/>
              <a:pathLst>
                <a:path w="76200" h="382270">
                  <a:moveTo>
                    <a:pt x="28575" y="306057"/>
                  </a:moveTo>
                  <a:lnTo>
                    <a:pt x="0" y="306057"/>
                  </a:lnTo>
                  <a:lnTo>
                    <a:pt x="38100" y="382257"/>
                  </a:lnTo>
                  <a:lnTo>
                    <a:pt x="69850" y="318757"/>
                  </a:lnTo>
                  <a:lnTo>
                    <a:pt x="28575" y="318757"/>
                  </a:lnTo>
                  <a:lnTo>
                    <a:pt x="28575" y="306057"/>
                  </a:lnTo>
                  <a:close/>
                </a:path>
                <a:path w="76200" h="382270">
                  <a:moveTo>
                    <a:pt x="47625" y="0"/>
                  </a:moveTo>
                  <a:lnTo>
                    <a:pt x="28575" y="0"/>
                  </a:lnTo>
                  <a:lnTo>
                    <a:pt x="28575" y="318757"/>
                  </a:lnTo>
                  <a:lnTo>
                    <a:pt x="47625" y="318757"/>
                  </a:lnTo>
                  <a:lnTo>
                    <a:pt x="47625" y="0"/>
                  </a:lnTo>
                  <a:close/>
                </a:path>
                <a:path w="76200" h="382270">
                  <a:moveTo>
                    <a:pt x="76200" y="306057"/>
                  </a:moveTo>
                  <a:lnTo>
                    <a:pt x="47625" y="306057"/>
                  </a:lnTo>
                  <a:lnTo>
                    <a:pt x="47625" y="318757"/>
                  </a:lnTo>
                  <a:lnTo>
                    <a:pt x="69850" y="318757"/>
                  </a:lnTo>
                  <a:lnTo>
                    <a:pt x="76200" y="306057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43266" y="1881885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3745" y="950214"/>
            <a:ext cx="48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True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32473" y="1196721"/>
            <a:ext cx="3481704" cy="3912235"/>
            <a:chOff x="6332473" y="1196721"/>
            <a:chExt cx="3481704" cy="3912235"/>
          </a:xfrm>
        </p:grpSpPr>
        <p:sp>
          <p:nvSpPr>
            <p:cNvPr id="15" name="object 15"/>
            <p:cNvSpPr/>
            <p:nvPr/>
          </p:nvSpPr>
          <p:spPr>
            <a:xfrm>
              <a:off x="9184766" y="1196721"/>
              <a:ext cx="629285" cy="76200"/>
            </a:xfrm>
            <a:custGeom>
              <a:avLst/>
              <a:gdLst/>
              <a:ahLst/>
              <a:cxnLst/>
              <a:rect l="l" t="t" r="r" b="b"/>
              <a:pathLst>
                <a:path w="629284" h="76200">
                  <a:moveTo>
                    <a:pt x="553084" y="0"/>
                  </a:moveTo>
                  <a:lnTo>
                    <a:pt x="552994" y="27177"/>
                  </a:lnTo>
                  <a:lnTo>
                    <a:pt x="552957" y="38353"/>
                  </a:lnTo>
                  <a:lnTo>
                    <a:pt x="552830" y="76200"/>
                  </a:lnTo>
                  <a:lnTo>
                    <a:pt x="610204" y="47751"/>
                  </a:lnTo>
                  <a:lnTo>
                    <a:pt x="565657" y="47751"/>
                  </a:lnTo>
                  <a:lnTo>
                    <a:pt x="565657" y="28701"/>
                  </a:lnTo>
                  <a:lnTo>
                    <a:pt x="610013" y="28701"/>
                  </a:lnTo>
                  <a:lnTo>
                    <a:pt x="553084" y="0"/>
                  </a:lnTo>
                  <a:close/>
                </a:path>
                <a:path w="629284" h="76200">
                  <a:moveTo>
                    <a:pt x="0" y="27177"/>
                  </a:moveTo>
                  <a:lnTo>
                    <a:pt x="0" y="46227"/>
                  </a:lnTo>
                  <a:lnTo>
                    <a:pt x="565657" y="47751"/>
                  </a:lnTo>
                  <a:lnTo>
                    <a:pt x="552925" y="47751"/>
                  </a:lnTo>
                  <a:lnTo>
                    <a:pt x="552989" y="28701"/>
                  </a:lnTo>
                  <a:lnTo>
                    <a:pt x="565658" y="28701"/>
                  </a:lnTo>
                  <a:lnTo>
                    <a:pt x="0" y="27177"/>
                  </a:lnTo>
                  <a:close/>
                </a:path>
                <a:path w="629284" h="76200">
                  <a:moveTo>
                    <a:pt x="610013" y="28701"/>
                  </a:moveTo>
                  <a:lnTo>
                    <a:pt x="565657" y="28701"/>
                  </a:lnTo>
                  <a:lnTo>
                    <a:pt x="565657" y="47751"/>
                  </a:lnTo>
                  <a:lnTo>
                    <a:pt x="610204" y="47751"/>
                  </a:lnTo>
                  <a:lnTo>
                    <a:pt x="629157" y="38353"/>
                  </a:lnTo>
                  <a:lnTo>
                    <a:pt x="610013" y="28701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41998" y="2236978"/>
              <a:ext cx="2842895" cy="1241425"/>
            </a:xfrm>
            <a:custGeom>
              <a:avLst/>
              <a:gdLst/>
              <a:ahLst/>
              <a:cxnLst/>
              <a:rect l="l" t="t" r="r" b="b"/>
              <a:pathLst>
                <a:path w="2842895" h="1241425">
                  <a:moveTo>
                    <a:pt x="0" y="620649"/>
                  </a:moveTo>
                  <a:lnTo>
                    <a:pt x="1421383" y="0"/>
                  </a:lnTo>
                  <a:lnTo>
                    <a:pt x="2842768" y="620649"/>
                  </a:lnTo>
                  <a:lnTo>
                    <a:pt x="1421383" y="1241298"/>
                  </a:lnTo>
                  <a:lnTo>
                    <a:pt x="0" y="620649"/>
                  </a:lnTo>
                  <a:close/>
                </a:path>
              </a:pathLst>
            </a:custGeom>
            <a:ln w="19050">
              <a:solidFill>
                <a:srgbClr val="8F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25282" y="3478275"/>
              <a:ext cx="76200" cy="379730"/>
            </a:xfrm>
            <a:custGeom>
              <a:avLst/>
              <a:gdLst/>
              <a:ahLst/>
              <a:cxnLst/>
              <a:rect l="l" t="t" r="r" b="b"/>
              <a:pathLst>
                <a:path w="76200" h="379729">
                  <a:moveTo>
                    <a:pt x="28575" y="303275"/>
                  </a:moveTo>
                  <a:lnTo>
                    <a:pt x="0" y="303275"/>
                  </a:lnTo>
                  <a:lnTo>
                    <a:pt x="38100" y="379475"/>
                  </a:lnTo>
                  <a:lnTo>
                    <a:pt x="69850" y="315975"/>
                  </a:lnTo>
                  <a:lnTo>
                    <a:pt x="28575" y="315975"/>
                  </a:lnTo>
                  <a:lnTo>
                    <a:pt x="28575" y="303275"/>
                  </a:lnTo>
                  <a:close/>
                </a:path>
                <a:path w="76200" h="379729">
                  <a:moveTo>
                    <a:pt x="47625" y="0"/>
                  </a:moveTo>
                  <a:lnTo>
                    <a:pt x="28575" y="0"/>
                  </a:lnTo>
                  <a:lnTo>
                    <a:pt x="28575" y="315975"/>
                  </a:lnTo>
                  <a:lnTo>
                    <a:pt x="47625" y="315975"/>
                  </a:lnTo>
                  <a:lnTo>
                    <a:pt x="47625" y="0"/>
                  </a:lnTo>
                  <a:close/>
                </a:path>
                <a:path w="76200" h="379729">
                  <a:moveTo>
                    <a:pt x="76200" y="303275"/>
                  </a:moveTo>
                  <a:lnTo>
                    <a:pt x="47625" y="303275"/>
                  </a:lnTo>
                  <a:lnTo>
                    <a:pt x="47625" y="315975"/>
                  </a:lnTo>
                  <a:lnTo>
                    <a:pt x="69850" y="315975"/>
                  </a:lnTo>
                  <a:lnTo>
                    <a:pt x="76200" y="303275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41998" y="3857752"/>
              <a:ext cx="2842895" cy="1241425"/>
            </a:xfrm>
            <a:custGeom>
              <a:avLst/>
              <a:gdLst/>
              <a:ahLst/>
              <a:cxnLst/>
              <a:rect l="l" t="t" r="r" b="b"/>
              <a:pathLst>
                <a:path w="2842895" h="1241425">
                  <a:moveTo>
                    <a:pt x="0" y="620649"/>
                  </a:moveTo>
                  <a:lnTo>
                    <a:pt x="1421383" y="0"/>
                  </a:lnTo>
                  <a:lnTo>
                    <a:pt x="2842768" y="620649"/>
                  </a:lnTo>
                  <a:lnTo>
                    <a:pt x="1421383" y="1241298"/>
                  </a:lnTo>
                  <a:lnTo>
                    <a:pt x="0" y="620649"/>
                  </a:lnTo>
                  <a:close/>
                </a:path>
              </a:pathLst>
            </a:custGeom>
            <a:ln w="19050">
              <a:solidFill>
                <a:srgbClr val="8F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84263" y="4044442"/>
            <a:ext cx="11601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Test </a:t>
            </a:r>
            <a:r>
              <a:rPr sz="1800" spc="-10" dirty="0">
                <a:latin typeface="Tahoma"/>
                <a:cs typeface="Tahoma"/>
              </a:rPr>
              <a:t>Expression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25282" y="5099050"/>
            <a:ext cx="76200" cy="652780"/>
          </a:xfrm>
          <a:custGeom>
            <a:avLst/>
            <a:gdLst/>
            <a:ahLst/>
            <a:cxnLst/>
            <a:rect l="l" t="t" r="r" b="b"/>
            <a:pathLst>
              <a:path w="76200" h="652779">
                <a:moveTo>
                  <a:pt x="28575" y="576249"/>
                </a:moveTo>
                <a:lnTo>
                  <a:pt x="0" y="576249"/>
                </a:lnTo>
                <a:lnTo>
                  <a:pt x="38100" y="652449"/>
                </a:lnTo>
                <a:lnTo>
                  <a:pt x="69850" y="588949"/>
                </a:lnTo>
                <a:lnTo>
                  <a:pt x="28575" y="588949"/>
                </a:lnTo>
                <a:lnTo>
                  <a:pt x="28575" y="576249"/>
                </a:lnTo>
                <a:close/>
              </a:path>
              <a:path w="76200" h="652779">
                <a:moveTo>
                  <a:pt x="47625" y="0"/>
                </a:moveTo>
                <a:lnTo>
                  <a:pt x="28575" y="0"/>
                </a:lnTo>
                <a:lnTo>
                  <a:pt x="28575" y="588949"/>
                </a:lnTo>
                <a:lnTo>
                  <a:pt x="47625" y="588949"/>
                </a:lnTo>
                <a:lnTo>
                  <a:pt x="47625" y="0"/>
                </a:lnTo>
                <a:close/>
              </a:path>
              <a:path w="76200" h="652779">
                <a:moveTo>
                  <a:pt x="76200" y="576249"/>
                </a:moveTo>
                <a:lnTo>
                  <a:pt x="47625" y="576249"/>
                </a:lnTo>
                <a:lnTo>
                  <a:pt x="47625" y="588949"/>
                </a:lnTo>
                <a:lnTo>
                  <a:pt x="69850" y="588949"/>
                </a:lnTo>
                <a:lnTo>
                  <a:pt x="76200" y="576249"/>
                </a:lnTo>
                <a:close/>
              </a:path>
            </a:pathLst>
          </a:custGeom>
          <a:solidFill>
            <a:srgbClr val="8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820147" y="2582672"/>
            <a:ext cx="1322070" cy="548640"/>
          </a:xfrm>
          <a:prstGeom prst="rect">
            <a:avLst/>
          </a:prstGeom>
          <a:ln w="19050">
            <a:solidFill>
              <a:srgbClr val="8FA2A2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1000"/>
              </a:spcBef>
            </a:pPr>
            <a:r>
              <a:rPr sz="1800" spc="90" dirty="0">
                <a:latin typeface="Tahoma"/>
                <a:cs typeface="Tahoma"/>
              </a:rPr>
              <a:t>body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9842" y="2572258"/>
            <a:ext cx="48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True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90990" y="2818638"/>
            <a:ext cx="1954530" cy="1942464"/>
            <a:chOff x="9190990" y="2818638"/>
            <a:chExt cx="1954530" cy="1942464"/>
          </a:xfrm>
        </p:grpSpPr>
        <p:sp>
          <p:nvSpPr>
            <p:cNvPr id="24" name="object 24"/>
            <p:cNvSpPr/>
            <p:nvPr/>
          </p:nvSpPr>
          <p:spPr>
            <a:xfrm>
              <a:off x="9190990" y="2818638"/>
              <a:ext cx="629285" cy="76200"/>
            </a:xfrm>
            <a:custGeom>
              <a:avLst/>
              <a:gdLst/>
              <a:ahLst/>
              <a:cxnLst/>
              <a:rect l="l" t="t" r="r" b="b"/>
              <a:pathLst>
                <a:path w="629284" h="76200">
                  <a:moveTo>
                    <a:pt x="553084" y="0"/>
                  </a:moveTo>
                  <a:lnTo>
                    <a:pt x="552957" y="76200"/>
                  </a:lnTo>
                  <a:lnTo>
                    <a:pt x="610235" y="47751"/>
                  </a:lnTo>
                  <a:lnTo>
                    <a:pt x="565657" y="47751"/>
                  </a:lnTo>
                  <a:lnTo>
                    <a:pt x="565784" y="28701"/>
                  </a:lnTo>
                  <a:lnTo>
                    <a:pt x="610013" y="28701"/>
                  </a:lnTo>
                  <a:lnTo>
                    <a:pt x="553084" y="0"/>
                  </a:lnTo>
                  <a:close/>
                </a:path>
                <a:path w="629284" h="76200">
                  <a:moveTo>
                    <a:pt x="0" y="27177"/>
                  </a:moveTo>
                  <a:lnTo>
                    <a:pt x="0" y="46227"/>
                  </a:lnTo>
                  <a:lnTo>
                    <a:pt x="565658" y="47751"/>
                  </a:lnTo>
                  <a:lnTo>
                    <a:pt x="553005" y="47751"/>
                  </a:lnTo>
                  <a:lnTo>
                    <a:pt x="553037" y="28701"/>
                  </a:lnTo>
                  <a:lnTo>
                    <a:pt x="565784" y="28701"/>
                  </a:lnTo>
                  <a:lnTo>
                    <a:pt x="0" y="27177"/>
                  </a:lnTo>
                  <a:close/>
                </a:path>
                <a:path w="629284" h="76200">
                  <a:moveTo>
                    <a:pt x="610013" y="28701"/>
                  </a:moveTo>
                  <a:lnTo>
                    <a:pt x="565784" y="28701"/>
                  </a:lnTo>
                  <a:lnTo>
                    <a:pt x="565657" y="47751"/>
                  </a:lnTo>
                  <a:lnTo>
                    <a:pt x="610235" y="47751"/>
                  </a:lnTo>
                  <a:lnTo>
                    <a:pt x="629157" y="38353"/>
                  </a:lnTo>
                  <a:lnTo>
                    <a:pt x="610013" y="28701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13925" y="4202938"/>
              <a:ext cx="1322070" cy="548640"/>
            </a:xfrm>
            <a:custGeom>
              <a:avLst/>
              <a:gdLst/>
              <a:ahLst/>
              <a:cxnLst/>
              <a:rect l="l" t="t" r="r" b="b"/>
              <a:pathLst>
                <a:path w="1322070" h="548639">
                  <a:moveTo>
                    <a:pt x="0" y="548639"/>
                  </a:moveTo>
                  <a:lnTo>
                    <a:pt x="1321816" y="548639"/>
                  </a:lnTo>
                  <a:lnTo>
                    <a:pt x="1321816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9050">
              <a:solidFill>
                <a:srgbClr val="8F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097261" y="4317619"/>
            <a:ext cx="75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latin typeface="Tahoma"/>
                <a:cs typeface="Tahoma"/>
              </a:rPr>
              <a:t>body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3745" y="4192904"/>
            <a:ext cx="48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True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867395" y="1225550"/>
            <a:ext cx="3896360" cy="4668520"/>
            <a:chOff x="7867395" y="1225550"/>
            <a:chExt cx="3896360" cy="4668520"/>
          </a:xfrm>
        </p:grpSpPr>
        <p:sp>
          <p:nvSpPr>
            <p:cNvPr id="29" name="object 29"/>
            <p:cNvSpPr/>
            <p:nvPr/>
          </p:nvSpPr>
          <p:spPr>
            <a:xfrm>
              <a:off x="9184766" y="4438904"/>
              <a:ext cx="629285" cy="76200"/>
            </a:xfrm>
            <a:custGeom>
              <a:avLst/>
              <a:gdLst/>
              <a:ahLst/>
              <a:cxnLst/>
              <a:rect l="l" t="t" r="r" b="b"/>
              <a:pathLst>
                <a:path w="629284" h="76200">
                  <a:moveTo>
                    <a:pt x="553084" y="0"/>
                  </a:moveTo>
                  <a:lnTo>
                    <a:pt x="552994" y="27051"/>
                  </a:lnTo>
                  <a:lnTo>
                    <a:pt x="552957" y="38354"/>
                  </a:lnTo>
                  <a:lnTo>
                    <a:pt x="552830" y="76200"/>
                  </a:lnTo>
                  <a:lnTo>
                    <a:pt x="610460" y="47625"/>
                  </a:lnTo>
                  <a:lnTo>
                    <a:pt x="565657" y="47625"/>
                  </a:lnTo>
                  <a:lnTo>
                    <a:pt x="565657" y="28575"/>
                  </a:lnTo>
                  <a:lnTo>
                    <a:pt x="609761" y="28575"/>
                  </a:lnTo>
                  <a:lnTo>
                    <a:pt x="553084" y="0"/>
                  </a:lnTo>
                  <a:close/>
                </a:path>
                <a:path w="629284" h="76200">
                  <a:moveTo>
                    <a:pt x="0" y="27051"/>
                  </a:moveTo>
                  <a:lnTo>
                    <a:pt x="0" y="46101"/>
                  </a:lnTo>
                  <a:lnTo>
                    <a:pt x="565658" y="47625"/>
                  </a:lnTo>
                  <a:lnTo>
                    <a:pt x="552926" y="47625"/>
                  </a:lnTo>
                  <a:lnTo>
                    <a:pt x="552989" y="28575"/>
                  </a:lnTo>
                  <a:lnTo>
                    <a:pt x="565658" y="28575"/>
                  </a:lnTo>
                  <a:lnTo>
                    <a:pt x="0" y="27051"/>
                  </a:lnTo>
                  <a:close/>
                </a:path>
                <a:path w="629284" h="76200">
                  <a:moveTo>
                    <a:pt x="609761" y="28575"/>
                  </a:moveTo>
                  <a:lnTo>
                    <a:pt x="565657" y="28575"/>
                  </a:lnTo>
                  <a:lnTo>
                    <a:pt x="565657" y="47625"/>
                  </a:lnTo>
                  <a:lnTo>
                    <a:pt x="610460" y="47625"/>
                  </a:lnTo>
                  <a:lnTo>
                    <a:pt x="629157" y="38354"/>
                  </a:lnTo>
                  <a:lnTo>
                    <a:pt x="609761" y="28575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36044" y="2741675"/>
              <a:ext cx="227202" cy="22720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135741" y="1225549"/>
              <a:ext cx="552450" cy="1668145"/>
            </a:xfrm>
            <a:custGeom>
              <a:avLst/>
              <a:gdLst/>
              <a:ahLst/>
              <a:cxnLst/>
              <a:rect l="l" t="t" r="r" b="b"/>
              <a:pathLst>
                <a:path w="552450" h="1668145">
                  <a:moveTo>
                    <a:pt x="409829" y="1629791"/>
                  </a:moveTo>
                  <a:lnTo>
                    <a:pt x="391198" y="1620583"/>
                  </a:lnTo>
                  <a:lnTo>
                    <a:pt x="333375" y="1591945"/>
                  </a:lnTo>
                  <a:lnTo>
                    <a:pt x="333514" y="1620583"/>
                  </a:lnTo>
                  <a:lnTo>
                    <a:pt x="6223" y="1621917"/>
                  </a:lnTo>
                  <a:lnTo>
                    <a:pt x="6350" y="1640967"/>
                  </a:lnTo>
                  <a:lnTo>
                    <a:pt x="333603" y="1639633"/>
                  </a:lnTo>
                  <a:lnTo>
                    <a:pt x="333756" y="1668145"/>
                  </a:lnTo>
                  <a:lnTo>
                    <a:pt x="390321" y="1639633"/>
                  </a:lnTo>
                  <a:lnTo>
                    <a:pt x="409829" y="1629791"/>
                  </a:lnTo>
                  <a:close/>
                </a:path>
                <a:path w="552450" h="1668145">
                  <a:moveTo>
                    <a:pt x="551942" y="1449451"/>
                  </a:moveTo>
                  <a:lnTo>
                    <a:pt x="523367" y="1449451"/>
                  </a:lnTo>
                  <a:lnTo>
                    <a:pt x="523367" y="19050"/>
                  </a:lnTo>
                  <a:lnTo>
                    <a:pt x="523367" y="9525"/>
                  </a:lnTo>
                  <a:lnTo>
                    <a:pt x="523367" y="4191"/>
                  </a:lnTo>
                  <a:lnTo>
                    <a:pt x="519176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504317" y="19050"/>
                  </a:lnTo>
                  <a:lnTo>
                    <a:pt x="504317" y="1449451"/>
                  </a:lnTo>
                  <a:lnTo>
                    <a:pt x="475742" y="1449451"/>
                  </a:lnTo>
                  <a:lnTo>
                    <a:pt x="513842" y="1525651"/>
                  </a:lnTo>
                  <a:lnTo>
                    <a:pt x="545592" y="1462151"/>
                  </a:lnTo>
                  <a:lnTo>
                    <a:pt x="551942" y="1449451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6044" y="4361942"/>
              <a:ext cx="227202" cy="22720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867396" y="2959353"/>
              <a:ext cx="3820795" cy="2934970"/>
            </a:xfrm>
            <a:custGeom>
              <a:avLst/>
              <a:gdLst/>
              <a:ahLst/>
              <a:cxnLst/>
              <a:rect l="l" t="t" r="r" b="b"/>
              <a:pathLst>
                <a:path w="3820795" h="2934970">
                  <a:moveTo>
                    <a:pt x="3678174" y="1516126"/>
                  </a:moveTo>
                  <a:lnTo>
                    <a:pt x="3659492" y="1506918"/>
                  </a:lnTo>
                  <a:lnTo>
                    <a:pt x="3601720" y="1478407"/>
                  </a:lnTo>
                  <a:lnTo>
                    <a:pt x="3601859" y="1506918"/>
                  </a:lnTo>
                  <a:lnTo>
                    <a:pt x="3268345" y="1508379"/>
                  </a:lnTo>
                  <a:lnTo>
                    <a:pt x="3268472" y="1527429"/>
                  </a:lnTo>
                  <a:lnTo>
                    <a:pt x="3601948" y="1525968"/>
                  </a:lnTo>
                  <a:lnTo>
                    <a:pt x="3602101" y="1554607"/>
                  </a:lnTo>
                  <a:lnTo>
                    <a:pt x="3658730" y="1525968"/>
                  </a:lnTo>
                  <a:lnTo>
                    <a:pt x="3678174" y="1516126"/>
                  </a:lnTo>
                  <a:close/>
                </a:path>
                <a:path w="3820795" h="2934970">
                  <a:moveTo>
                    <a:pt x="3791712" y="1620266"/>
                  </a:moveTo>
                  <a:lnTo>
                    <a:pt x="3772662" y="1620266"/>
                  </a:lnTo>
                  <a:lnTo>
                    <a:pt x="3772662" y="2886735"/>
                  </a:lnTo>
                  <a:lnTo>
                    <a:pt x="76200" y="2886735"/>
                  </a:lnTo>
                  <a:lnTo>
                    <a:pt x="76200" y="2858160"/>
                  </a:lnTo>
                  <a:lnTo>
                    <a:pt x="0" y="2896260"/>
                  </a:lnTo>
                  <a:lnTo>
                    <a:pt x="76200" y="2934360"/>
                  </a:lnTo>
                  <a:lnTo>
                    <a:pt x="76200" y="2905785"/>
                  </a:lnTo>
                  <a:lnTo>
                    <a:pt x="3787521" y="2905785"/>
                  </a:lnTo>
                  <a:lnTo>
                    <a:pt x="3791712" y="2901518"/>
                  </a:lnTo>
                  <a:lnTo>
                    <a:pt x="3791712" y="2896260"/>
                  </a:lnTo>
                  <a:lnTo>
                    <a:pt x="3791712" y="2886735"/>
                  </a:lnTo>
                  <a:lnTo>
                    <a:pt x="3791712" y="1620266"/>
                  </a:lnTo>
                  <a:close/>
                </a:path>
                <a:path w="3820795" h="2934970">
                  <a:moveTo>
                    <a:pt x="3820287" y="1335913"/>
                  </a:moveTo>
                  <a:lnTo>
                    <a:pt x="3791712" y="1335913"/>
                  </a:lnTo>
                  <a:lnTo>
                    <a:pt x="3791712" y="0"/>
                  </a:lnTo>
                  <a:lnTo>
                    <a:pt x="3772662" y="0"/>
                  </a:lnTo>
                  <a:lnTo>
                    <a:pt x="3772662" y="1335913"/>
                  </a:lnTo>
                  <a:lnTo>
                    <a:pt x="3744087" y="1335913"/>
                  </a:lnTo>
                  <a:lnTo>
                    <a:pt x="3782187" y="1412113"/>
                  </a:lnTo>
                  <a:lnTo>
                    <a:pt x="3813937" y="1348613"/>
                  </a:lnTo>
                  <a:lnTo>
                    <a:pt x="3820287" y="1335913"/>
                  </a:lnTo>
                  <a:close/>
                </a:path>
              </a:pathLst>
            </a:custGeom>
            <a:solidFill>
              <a:srgbClr val="8F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84263" y="2423286"/>
            <a:ext cx="1214120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7785" indent="-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Test </a:t>
            </a:r>
            <a:r>
              <a:rPr sz="1800" spc="-10" dirty="0">
                <a:latin typeface="Tahoma"/>
                <a:cs typeface="Tahoma"/>
              </a:rPr>
              <a:t>Expression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L="671195">
              <a:lnSpc>
                <a:spcPct val="100000"/>
              </a:lnSpc>
              <a:spcBef>
                <a:spcPts val="1685"/>
              </a:spcBef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8092" y="5116829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1795DE3E-7DEC-FE19-B904-6E0E62B4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825A4-3878-45B6-B38B-1B422CEC2A8C}" type="datetime1">
              <a:rPr lang="en-US" smtClean="0"/>
              <a:t>3/29/2026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152393C3-AB28-E1F8-9C5B-C53D9E32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CDE83DFD-2DE6-7A06-372A-E0E7244E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2494279" y="225679"/>
            <a:ext cx="1122680" cy="776605"/>
            <a:chOff x="2494279" y="225679"/>
            <a:chExt cx="1122680" cy="7766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0090" y="493268"/>
              <a:ext cx="503151" cy="5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00629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763778" y="0"/>
                  </a:moveTo>
                  <a:lnTo>
                    <a:pt x="0" y="7637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7579" y="493268"/>
              <a:ext cx="503103" cy="5031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46450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0" y="0"/>
                  </a:moveTo>
                  <a:lnTo>
                    <a:pt x="763651" y="763778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00175" y="2414396"/>
            <a:ext cx="42837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“</a:t>
            </a:r>
            <a:r>
              <a:rPr sz="4800" spc="-300" dirty="0"/>
              <a:t> </a:t>
            </a:r>
            <a:r>
              <a:rPr sz="4800" dirty="0"/>
              <a:t>if</a:t>
            </a:r>
            <a:r>
              <a:rPr sz="4800" spc="-275" dirty="0"/>
              <a:t> </a:t>
            </a:r>
            <a:r>
              <a:rPr sz="4800" spc="-1345" dirty="0"/>
              <a:t>…</a:t>
            </a:r>
            <a:r>
              <a:rPr sz="4800" spc="10" dirty="0"/>
              <a:t> </a:t>
            </a:r>
            <a:r>
              <a:rPr sz="4800" spc="-75" dirty="0"/>
              <a:t>elif</a:t>
            </a:r>
            <a:r>
              <a:rPr sz="4800" spc="-135" dirty="0"/>
              <a:t> </a:t>
            </a:r>
            <a:r>
              <a:rPr sz="4800" spc="-1345" dirty="0"/>
              <a:t>…</a:t>
            </a:r>
            <a:r>
              <a:rPr sz="4800" dirty="0"/>
              <a:t> </a:t>
            </a:r>
            <a:r>
              <a:rPr sz="4800" spc="-114" dirty="0"/>
              <a:t>else</a:t>
            </a:r>
            <a:r>
              <a:rPr sz="4800" spc="-145" dirty="0"/>
              <a:t> </a:t>
            </a:r>
            <a:r>
              <a:rPr sz="4800" spc="-50" dirty="0"/>
              <a:t>”</a:t>
            </a:r>
            <a:endParaRPr sz="4800"/>
          </a:p>
          <a:p>
            <a:pPr marL="1270" algn="ctr">
              <a:lnSpc>
                <a:spcPct val="100000"/>
              </a:lnSpc>
            </a:pPr>
            <a:r>
              <a:rPr sz="4800" spc="70" dirty="0"/>
              <a:t>in</a:t>
            </a:r>
            <a:r>
              <a:rPr sz="4800" spc="-5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3211" y="4285615"/>
            <a:ext cx="4252480" cy="18935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11627" y="4747386"/>
            <a:ext cx="844550" cy="180340"/>
          </a:xfrm>
          <a:custGeom>
            <a:avLst/>
            <a:gdLst/>
            <a:ahLst/>
            <a:cxnLst/>
            <a:rect l="l" t="t" r="r" b="b"/>
            <a:pathLst>
              <a:path w="844550" h="180339">
                <a:moveTo>
                  <a:pt x="18288" y="0"/>
                </a:moveTo>
                <a:lnTo>
                  <a:pt x="0" y="0"/>
                </a:lnTo>
                <a:lnTo>
                  <a:pt x="0" y="180212"/>
                </a:lnTo>
                <a:lnTo>
                  <a:pt x="102235" y="180212"/>
                </a:lnTo>
                <a:lnTo>
                  <a:pt x="102235" y="163830"/>
                </a:lnTo>
                <a:lnTo>
                  <a:pt x="18288" y="163830"/>
                </a:lnTo>
                <a:lnTo>
                  <a:pt x="18288" y="0"/>
                </a:lnTo>
                <a:close/>
              </a:path>
              <a:path w="844550" h="180339">
                <a:moveTo>
                  <a:pt x="279400" y="0"/>
                </a:moveTo>
                <a:lnTo>
                  <a:pt x="167640" y="0"/>
                </a:lnTo>
                <a:lnTo>
                  <a:pt x="167640" y="180212"/>
                </a:lnTo>
                <a:lnTo>
                  <a:pt x="282321" y="180212"/>
                </a:lnTo>
                <a:lnTo>
                  <a:pt x="282321" y="163830"/>
                </a:lnTo>
                <a:lnTo>
                  <a:pt x="185928" y="163830"/>
                </a:lnTo>
                <a:lnTo>
                  <a:pt x="185928" y="94361"/>
                </a:lnTo>
                <a:lnTo>
                  <a:pt x="273177" y="94361"/>
                </a:lnTo>
                <a:lnTo>
                  <a:pt x="273177" y="78358"/>
                </a:lnTo>
                <a:lnTo>
                  <a:pt x="185928" y="78358"/>
                </a:lnTo>
                <a:lnTo>
                  <a:pt x="185928" y="16256"/>
                </a:lnTo>
                <a:lnTo>
                  <a:pt x="279400" y="16256"/>
                </a:lnTo>
                <a:lnTo>
                  <a:pt x="279400" y="0"/>
                </a:lnTo>
                <a:close/>
              </a:path>
              <a:path w="844550" h="180339">
                <a:moveTo>
                  <a:pt x="353187" y="0"/>
                </a:moveTo>
                <a:lnTo>
                  <a:pt x="333375" y="0"/>
                </a:lnTo>
                <a:lnTo>
                  <a:pt x="402082" y="180212"/>
                </a:lnTo>
                <a:lnTo>
                  <a:pt x="421513" y="180212"/>
                </a:lnTo>
                <a:lnTo>
                  <a:pt x="430552" y="156590"/>
                </a:lnTo>
                <a:lnTo>
                  <a:pt x="411734" y="156590"/>
                </a:lnTo>
                <a:lnTo>
                  <a:pt x="353187" y="0"/>
                </a:lnTo>
                <a:close/>
              </a:path>
              <a:path w="844550" h="180339">
                <a:moveTo>
                  <a:pt x="490474" y="0"/>
                </a:moveTo>
                <a:lnTo>
                  <a:pt x="470789" y="0"/>
                </a:lnTo>
                <a:lnTo>
                  <a:pt x="412242" y="156590"/>
                </a:lnTo>
                <a:lnTo>
                  <a:pt x="430552" y="156590"/>
                </a:lnTo>
                <a:lnTo>
                  <a:pt x="490474" y="0"/>
                </a:lnTo>
                <a:close/>
              </a:path>
              <a:path w="844550" h="180339">
                <a:moveTo>
                  <a:pt x="664972" y="0"/>
                </a:moveTo>
                <a:lnTo>
                  <a:pt x="553212" y="0"/>
                </a:lnTo>
                <a:lnTo>
                  <a:pt x="553212" y="180212"/>
                </a:lnTo>
                <a:lnTo>
                  <a:pt x="667893" y="180212"/>
                </a:lnTo>
                <a:lnTo>
                  <a:pt x="667893" y="163830"/>
                </a:lnTo>
                <a:lnTo>
                  <a:pt x="571500" y="163830"/>
                </a:lnTo>
                <a:lnTo>
                  <a:pt x="571500" y="94361"/>
                </a:lnTo>
                <a:lnTo>
                  <a:pt x="658749" y="94361"/>
                </a:lnTo>
                <a:lnTo>
                  <a:pt x="658749" y="78358"/>
                </a:lnTo>
                <a:lnTo>
                  <a:pt x="571500" y="78358"/>
                </a:lnTo>
                <a:lnTo>
                  <a:pt x="571500" y="16256"/>
                </a:lnTo>
                <a:lnTo>
                  <a:pt x="664972" y="16256"/>
                </a:lnTo>
                <a:lnTo>
                  <a:pt x="664972" y="0"/>
                </a:lnTo>
                <a:close/>
              </a:path>
              <a:path w="844550" h="180339">
                <a:moveTo>
                  <a:pt x="760476" y="0"/>
                </a:moveTo>
                <a:lnTo>
                  <a:pt x="742188" y="0"/>
                </a:lnTo>
                <a:lnTo>
                  <a:pt x="742188" y="180212"/>
                </a:lnTo>
                <a:lnTo>
                  <a:pt x="844423" y="180212"/>
                </a:lnTo>
                <a:lnTo>
                  <a:pt x="844423" y="163830"/>
                </a:lnTo>
                <a:lnTo>
                  <a:pt x="760476" y="163830"/>
                </a:lnTo>
                <a:lnTo>
                  <a:pt x="760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0490" y="995807"/>
            <a:ext cx="6231509" cy="4799457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3930FC32-4019-36C8-3AF8-E3256F2C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5937-B916-4871-B849-4BD101D3D22A}" type="datetime1">
              <a:rPr lang="en-US" smtClean="0"/>
              <a:t>3/29/2026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66E03FB-DD18-B5FA-FB79-6D52B011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03980FE-18CC-D198-1F6D-2211933E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242D69-3997-58F0-BA56-A8518D21C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582672"/>
            <a:ext cx="537057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2494279" y="225679"/>
            <a:ext cx="1122680" cy="776605"/>
            <a:chOff x="2494279" y="225679"/>
            <a:chExt cx="1122680" cy="7766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0090" y="493268"/>
              <a:ext cx="503151" cy="5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00629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763778" y="0"/>
                  </a:moveTo>
                  <a:lnTo>
                    <a:pt x="0" y="7637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7579" y="493268"/>
              <a:ext cx="503103" cy="5031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46450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0" y="0"/>
                  </a:moveTo>
                  <a:lnTo>
                    <a:pt x="763651" y="763778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31239" y="2414396"/>
            <a:ext cx="40195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“</a:t>
            </a:r>
            <a:r>
              <a:rPr sz="4800" spc="-225" dirty="0"/>
              <a:t> </a:t>
            </a:r>
            <a:r>
              <a:rPr sz="4800" dirty="0"/>
              <a:t>match</a:t>
            </a:r>
            <a:r>
              <a:rPr sz="4800" spc="-100" dirty="0"/>
              <a:t> </a:t>
            </a:r>
            <a:r>
              <a:rPr sz="4800" spc="-1345" dirty="0"/>
              <a:t>…</a:t>
            </a:r>
            <a:r>
              <a:rPr sz="4800" dirty="0"/>
              <a:t> </a:t>
            </a:r>
            <a:r>
              <a:rPr sz="4800" spc="-135" dirty="0"/>
              <a:t>case</a:t>
            </a:r>
            <a:r>
              <a:rPr sz="4800" spc="-114" dirty="0"/>
              <a:t> </a:t>
            </a:r>
            <a:r>
              <a:rPr sz="4800" spc="-50" dirty="0"/>
              <a:t>”</a:t>
            </a:r>
            <a:endParaRPr sz="4800"/>
          </a:p>
          <a:p>
            <a:pPr marL="3175" algn="ctr">
              <a:lnSpc>
                <a:spcPct val="100000"/>
              </a:lnSpc>
            </a:pPr>
            <a:r>
              <a:rPr sz="4800" spc="70" dirty="0"/>
              <a:t>in</a:t>
            </a:r>
            <a:r>
              <a:rPr sz="4800" spc="-5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14" name="object 14"/>
          <p:cNvSpPr/>
          <p:nvPr/>
        </p:nvSpPr>
        <p:spPr>
          <a:xfrm>
            <a:off x="721893" y="4285615"/>
            <a:ext cx="1430020" cy="189865"/>
          </a:xfrm>
          <a:custGeom>
            <a:avLst/>
            <a:gdLst/>
            <a:ahLst/>
            <a:cxnLst/>
            <a:rect l="l" t="t" r="r" b="b"/>
            <a:pathLst>
              <a:path w="1430020" h="189864">
                <a:moveTo>
                  <a:pt x="59766" y="4572"/>
                </a:moveTo>
                <a:lnTo>
                  <a:pt x="0" y="4572"/>
                </a:lnTo>
                <a:lnTo>
                  <a:pt x="0" y="184785"/>
                </a:lnTo>
                <a:lnTo>
                  <a:pt x="59766" y="184785"/>
                </a:lnTo>
                <a:lnTo>
                  <a:pt x="68164" y="184429"/>
                </a:lnTo>
                <a:lnTo>
                  <a:pt x="109523" y="172116"/>
                </a:lnTo>
                <a:lnTo>
                  <a:pt x="115516" y="168402"/>
                </a:lnTo>
                <a:lnTo>
                  <a:pt x="18262" y="168402"/>
                </a:lnTo>
                <a:lnTo>
                  <a:pt x="18262" y="20828"/>
                </a:lnTo>
                <a:lnTo>
                  <a:pt x="115508" y="20828"/>
                </a:lnTo>
                <a:lnTo>
                  <a:pt x="109523" y="17129"/>
                </a:lnTo>
                <a:lnTo>
                  <a:pt x="68164" y="4909"/>
                </a:lnTo>
                <a:lnTo>
                  <a:pt x="59766" y="4572"/>
                </a:lnTo>
                <a:close/>
              </a:path>
              <a:path w="1430020" h="189864">
                <a:moveTo>
                  <a:pt x="115508" y="20828"/>
                </a:moveTo>
                <a:lnTo>
                  <a:pt x="54673" y="20828"/>
                </a:lnTo>
                <a:lnTo>
                  <a:pt x="64534" y="21230"/>
                </a:lnTo>
                <a:lnTo>
                  <a:pt x="73734" y="22431"/>
                </a:lnTo>
                <a:lnTo>
                  <a:pt x="109895" y="38911"/>
                </a:lnTo>
                <a:lnTo>
                  <a:pt x="132168" y="73644"/>
                </a:lnTo>
                <a:lnTo>
                  <a:pt x="135077" y="94615"/>
                </a:lnTo>
                <a:lnTo>
                  <a:pt x="134767" y="101596"/>
                </a:lnTo>
                <a:lnTo>
                  <a:pt x="119851" y="140082"/>
                </a:lnTo>
                <a:lnTo>
                  <a:pt x="82275" y="164865"/>
                </a:lnTo>
                <a:lnTo>
                  <a:pt x="54673" y="168402"/>
                </a:lnTo>
                <a:lnTo>
                  <a:pt x="115516" y="168402"/>
                </a:lnTo>
                <a:lnTo>
                  <a:pt x="146011" y="134112"/>
                </a:lnTo>
                <a:lnTo>
                  <a:pt x="154457" y="94615"/>
                </a:lnTo>
                <a:lnTo>
                  <a:pt x="153930" y="83802"/>
                </a:lnTo>
                <a:lnTo>
                  <a:pt x="141463" y="47124"/>
                </a:lnTo>
                <a:lnTo>
                  <a:pt x="116944" y="21715"/>
                </a:lnTo>
                <a:lnTo>
                  <a:pt x="115508" y="20828"/>
                </a:lnTo>
                <a:close/>
              </a:path>
              <a:path w="1430020" h="189864">
                <a:moveTo>
                  <a:pt x="341833" y="4572"/>
                </a:moveTo>
                <a:lnTo>
                  <a:pt x="230124" y="4572"/>
                </a:lnTo>
                <a:lnTo>
                  <a:pt x="230124" y="184785"/>
                </a:lnTo>
                <a:lnTo>
                  <a:pt x="344817" y="184785"/>
                </a:lnTo>
                <a:lnTo>
                  <a:pt x="344817" y="168402"/>
                </a:lnTo>
                <a:lnTo>
                  <a:pt x="248386" y="168402"/>
                </a:lnTo>
                <a:lnTo>
                  <a:pt x="248386" y="98933"/>
                </a:lnTo>
                <a:lnTo>
                  <a:pt x="335622" y="98933"/>
                </a:lnTo>
                <a:lnTo>
                  <a:pt x="335622" y="82931"/>
                </a:lnTo>
                <a:lnTo>
                  <a:pt x="248386" y="82931"/>
                </a:lnTo>
                <a:lnTo>
                  <a:pt x="248386" y="20828"/>
                </a:lnTo>
                <a:lnTo>
                  <a:pt x="341833" y="20828"/>
                </a:lnTo>
                <a:lnTo>
                  <a:pt x="341833" y="4572"/>
                </a:lnTo>
                <a:close/>
              </a:path>
              <a:path w="1430020" h="189864">
                <a:moveTo>
                  <a:pt x="509854" y="0"/>
                </a:moveTo>
                <a:lnTo>
                  <a:pt x="503224" y="0"/>
                </a:lnTo>
                <a:lnTo>
                  <a:pt x="493397" y="432"/>
                </a:lnTo>
                <a:lnTo>
                  <a:pt x="449943" y="15573"/>
                </a:lnTo>
                <a:lnTo>
                  <a:pt x="420372" y="48406"/>
                </a:lnTo>
                <a:lnTo>
                  <a:pt x="409397" y="94615"/>
                </a:lnTo>
                <a:lnTo>
                  <a:pt x="409734" y="102423"/>
                </a:lnTo>
                <a:lnTo>
                  <a:pt x="420186" y="140894"/>
                </a:lnTo>
                <a:lnTo>
                  <a:pt x="449508" y="173672"/>
                </a:lnTo>
                <a:lnTo>
                  <a:pt x="493280" y="188906"/>
                </a:lnTo>
                <a:lnTo>
                  <a:pt x="503224" y="189357"/>
                </a:lnTo>
                <a:lnTo>
                  <a:pt x="511428" y="189357"/>
                </a:lnTo>
                <a:lnTo>
                  <a:pt x="550392" y="176276"/>
                </a:lnTo>
                <a:lnTo>
                  <a:pt x="554461" y="173355"/>
                </a:lnTo>
                <a:lnTo>
                  <a:pt x="503478" y="173355"/>
                </a:lnTo>
                <a:lnTo>
                  <a:pt x="495053" y="172950"/>
                </a:lnTo>
                <a:lnTo>
                  <a:pt x="453900" y="154822"/>
                </a:lnTo>
                <a:lnTo>
                  <a:pt x="431599" y="117421"/>
                </a:lnTo>
                <a:lnTo>
                  <a:pt x="428663" y="94615"/>
                </a:lnTo>
                <a:lnTo>
                  <a:pt x="428981" y="86824"/>
                </a:lnTo>
                <a:lnTo>
                  <a:pt x="443991" y="45194"/>
                </a:lnTo>
                <a:lnTo>
                  <a:pt x="479252" y="19591"/>
                </a:lnTo>
                <a:lnTo>
                  <a:pt x="503478" y="16002"/>
                </a:lnTo>
                <a:lnTo>
                  <a:pt x="555164" y="16002"/>
                </a:lnTo>
                <a:lnTo>
                  <a:pt x="551408" y="13081"/>
                </a:lnTo>
                <a:lnTo>
                  <a:pt x="546290" y="10160"/>
                </a:lnTo>
                <a:lnTo>
                  <a:pt x="540689" y="7747"/>
                </a:lnTo>
                <a:lnTo>
                  <a:pt x="535101" y="5207"/>
                </a:lnTo>
                <a:lnTo>
                  <a:pt x="529120" y="3302"/>
                </a:lnTo>
                <a:lnTo>
                  <a:pt x="522731" y="2032"/>
                </a:lnTo>
                <a:lnTo>
                  <a:pt x="516356" y="635"/>
                </a:lnTo>
                <a:lnTo>
                  <a:pt x="509854" y="0"/>
                </a:lnTo>
                <a:close/>
              </a:path>
              <a:path w="1430020" h="189864">
                <a:moveTo>
                  <a:pt x="556361" y="146558"/>
                </a:moveTo>
                <a:lnTo>
                  <a:pt x="525936" y="169711"/>
                </a:lnTo>
                <a:lnTo>
                  <a:pt x="503478" y="173355"/>
                </a:lnTo>
                <a:lnTo>
                  <a:pt x="554461" y="173355"/>
                </a:lnTo>
                <a:lnTo>
                  <a:pt x="555345" y="172720"/>
                </a:lnTo>
                <a:lnTo>
                  <a:pt x="563981" y="164592"/>
                </a:lnTo>
                <a:lnTo>
                  <a:pt x="567664" y="160274"/>
                </a:lnTo>
                <a:lnTo>
                  <a:pt x="570704" y="155840"/>
                </a:lnTo>
                <a:lnTo>
                  <a:pt x="569155" y="154822"/>
                </a:lnTo>
                <a:lnTo>
                  <a:pt x="556361" y="146558"/>
                </a:lnTo>
                <a:close/>
              </a:path>
              <a:path w="1430020" h="189864">
                <a:moveTo>
                  <a:pt x="555164" y="16002"/>
                </a:moveTo>
                <a:lnTo>
                  <a:pt x="509269" y="16002"/>
                </a:lnTo>
                <a:lnTo>
                  <a:pt x="514680" y="16637"/>
                </a:lnTo>
                <a:lnTo>
                  <a:pt x="524700" y="19431"/>
                </a:lnTo>
                <a:lnTo>
                  <a:pt x="552087" y="39624"/>
                </a:lnTo>
                <a:lnTo>
                  <a:pt x="552170" y="39751"/>
                </a:lnTo>
                <a:lnTo>
                  <a:pt x="567410" y="28575"/>
                </a:lnTo>
                <a:lnTo>
                  <a:pt x="564362" y="24003"/>
                </a:lnTo>
                <a:lnTo>
                  <a:pt x="560552" y="20066"/>
                </a:lnTo>
                <a:lnTo>
                  <a:pt x="555980" y="16637"/>
                </a:lnTo>
                <a:lnTo>
                  <a:pt x="555164" y="16002"/>
                </a:lnTo>
                <a:close/>
              </a:path>
              <a:path w="1430020" h="189864">
                <a:moveTo>
                  <a:pt x="658342" y="4572"/>
                </a:moveTo>
                <a:lnTo>
                  <a:pt x="640054" y="4572"/>
                </a:lnTo>
                <a:lnTo>
                  <a:pt x="640054" y="184785"/>
                </a:lnTo>
                <a:lnTo>
                  <a:pt x="658342" y="184785"/>
                </a:lnTo>
                <a:lnTo>
                  <a:pt x="658342" y="4572"/>
                </a:lnTo>
                <a:close/>
              </a:path>
              <a:path w="1430020" h="189864">
                <a:moveTo>
                  <a:pt x="748131" y="150876"/>
                </a:moveTo>
                <a:lnTo>
                  <a:pt x="732212" y="162687"/>
                </a:lnTo>
                <a:lnTo>
                  <a:pt x="732477" y="162687"/>
                </a:lnTo>
                <a:lnTo>
                  <a:pt x="735685" y="167005"/>
                </a:lnTo>
                <a:lnTo>
                  <a:pt x="739368" y="170942"/>
                </a:lnTo>
                <a:lnTo>
                  <a:pt x="743686" y="174244"/>
                </a:lnTo>
                <a:lnTo>
                  <a:pt x="747877" y="177673"/>
                </a:lnTo>
                <a:lnTo>
                  <a:pt x="752449" y="180467"/>
                </a:lnTo>
                <a:lnTo>
                  <a:pt x="757402" y="182626"/>
                </a:lnTo>
                <a:lnTo>
                  <a:pt x="762228" y="184912"/>
                </a:lnTo>
                <a:lnTo>
                  <a:pt x="767435" y="186562"/>
                </a:lnTo>
                <a:lnTo>
                  <a:pt x="772896" y="187706"/>
                </a:lnTo>
                <a:lnTo>
                  <a:pt x="778357" y="188722"/>
                </a:lnTo>
                <a:lnTo>
                  <a:pt x="783818" y="189357"/>
                </a:lnTo>
                <a:lnTo>
                  <a:pt x="796264" y="189357"/>
                </a:lnTo>
                <a:lnTo>
                  <a:pt x="803376" y="188341"/>
                </a:lnTo>
                <a:lnTo>
                  <a:pt x="817473" y="184277"/>
                </a:lnTo>
                <a:lnTo>
                  <a:pt x="823696" y="181102"/>
                </a:lnTo>
                <a:lnTo>
                  <a:pt x="833426" y="173609"/>
                </a:lnTo>
                <a:lnTo>
                  <a:pt x="789406" y="173609"/>
                </a:lnTo>
                <a:lnTo>
                  <a:pt x="782500" y="173184"/>
                </a:lnTo>
                <a:lnTo>
                  <a:pt x="752068" y="157353"/>
                </a:lnTo>
                <a:lnTo>
                  <a:pt x="748131" y="150876"/>
                </a:lnTo>
                <a:close/>
              </a:path>
              <a:path w="1430020" h="189864">
                <a:moveTo>
                  <a:pt x="794486" y="0"/>
                </a:moveTo>
                <a:lnTo>
                  <a:pt x="787882" y="0"/>
                </a:lnTo>
                <a:lnTo>
                  <a:pt x="781151" y="889"/>
                </a:lnTo>
                <a:lnTo>
                  <a:pt x="774420" y="2793"/>
                </a:lnTo>
                <a:lnTo>
                  <a:pt x="767562" y="4572"/>
                </a:lnTo>
                <a:lnTo>
                  <a:pt x="738733" y="33528"/>
                </a:lnTo>
                <a:lnTo>
                  <a:pt x="736955" y="40893"/>
                </a:lnTo>
                <a:lnTo>
                  <a:pt x="736955" y="57785"/>
                </a:lnTo>
                <a:lnTo>
                  <a:pt x="738352" y="64643"/>
                </a:lnTo>
                <a:lnTo>
                  <a:pt x="741273" y="70231"/>
                </a:lnTo>
                <a:lnTo>
                  <a:pt x="744067" y="75818"/>
                </a:lnTo>
                <a:lnTo>
                  <a:pt x="779500" y="98043"/>
                </a:lnTo>
                <a:lnTo>
                  <a:pt x="791184" y="101854"/>
                </a:lnTo>
                <a:lnTo>
                  <a:pt x="801979" y="105664"/>
                </a:lnTo>
                <a:lnTo>
                  <a:pt x="807186" y="107442"/>
                </a:lnTo>
                <a:lnTo>
                  <a:pt x="811885" y="109855"/>
                </a:lnTo>
                <a:lnTo>
                  <a:pt x="815949" y="112649"/>
                </a:lnTo>
                <a:lnTo>
                  <a:pt x="820013" y="115316"/>
                </a:lnTo>
                <a:lnTo>
                  <a:pt x="823188" y="118872"/>
                </a:lnTo>
                <a:lnTo>
                  <a:pt x="828268" y="127254"/>
                </a:lnTo>
                <a:lnTo>
                  <a:pt x="829411" y="132461"/>
                </a:lnTo>
                <a:lnTo>
                  <a:pt x="829411" y="144399"/>
                </a:lnTo>
                <a:lnTo>
                  <a:pt x="828268" y="149479"/>
                </a:lnTo>
                <a:lnTo>
                  <a:pt x="823188" y="158115"/>
                </a:lnTo>
                <a:lnTo>
                  <a:pt x="820140" y="161798"/>
                </a:lnTo>
                <a:lnTo>
                  <a:pt x="816330" y="164719"/>
                </a:lnTo>
                <a:lnTo>
                  <a:pt x="812520" y="167767"/>
                </a:lnTo>
                <a:lnTo>
                  <a:pt x="808202" y="169926"/>
                </a:lnTo>
                <a:lnTo>
                  <a:pt x="803376" y="171323"/>
                </a:lnTo>
                <a:lnTo>
                  <a:pt x="798677" y="172847"/>
                </a:lnTo>
                <a:lnTo>
                  <a:pt x="793978" y="173609"/>
                </a:lnTo>
                <a:lnTo>
                  <a:pt x="833426" y="173609"/>
                </a:lnTo>
                <a:lnTo>
                  <a:pt x="834745" y="172593"/>
                </a:lnTo>
                <a:lnTo>
                  <a:pt x="839317" y="167132"/>
                </a:lnTo>
                <a:lnTo>
                  <a:pt x="846175" y="154178"/>
                </a:lnTo>
                <a:lnTo>
                  <a:pt x="847953" y="146431"/>
                </a:lnTo>
                <a:lnTo>
                  <a:pt x="847953" y="128397"/>
                </a:lnTo>
                <a:lnTo>
                  <a:pt x="846302" y="121031"/>
                </a:lnTo>
                <a:lnTo>
                  <a:pt x="843196" y="115316"/>
                </a:lnTo>
                <a:lnTo>
                  <a:pt x="839952" y="109220"/>
                </a:lnTo>
                <a:lnTo>
                  <a:pt x="800836" y="86741"/>
                </a:lnTo>
                <a:lnTo>
                  <a:pt x="794486" y="84709"/>
                </a:lnTo>
                <a:lnTo>
                  <a:pt x="784580" y="81407"/>
                </a:lnTo>
                <a:lnTo>
                  <a:pt x="779881" y="79629"/>
                </a:lnTo>
                <a:lnTo>
                  <a:pt x="775309" y="77978"/>
                </a:lnTo>
                <a:lnTo>
                  <a:pt x="771118" y="75818"/>
                </a:lnTo>
                <a:lnTo>
                  <a:pt x="755370" y="55118"/>
                </a:lnTo>
                <a:lnTo>
                  <a:pt x="755370" y="43561"/>
                </a:lnTo>
                <a:lnTo>
                  <a:pt x="784961" y="16129"/>
                </a:lnTo>
                <a:lnTo>
                  <a:pt x="789406" y="15493"/>
                </a:lnTo>
                <a:lnTo>
                  <a:pt x="840482" y="15493"/>
                </a:lnTo>
                <a:lnTo>
                  <a:pt x="834491" y="10795"/>
                </a:lnTo>
                <a:lnTo>
                  <a:pt x="825855" y="6477"/>
                </a:lnTo>
                <a:lnTo>
                  <a:pt x="819043" y="3643"/>
                </a:lnTo>
                <a:lnTo>
                  <a:pt x="811552" y="1619"/>
                </a:lnTo>
                <a:lnTo>
                  <a:pt x="803370" y="404"/>
                </a:lnTo>
                <a:lnTo>
                  <a:pt x="794486" y="0"/>
                </a:lnTo>
                <a:close/>
              </a:path>
              <a:path w="1430020" h="189864">
                <a:moveTo>
                  <a:pt x="840482" y="15493"/>
                </a:moveTo>
                <a:lnTo>
                  <a:pt x="802360" y="15493"/>
                </a:lnTo>
                <a:lnTo>
                  <a:pt x="809726" y="17145"/>
                </a:lnTo>
                <a:lnTo>
                  <a:pt x="815949" y="20447"/>
                </a:lnTo>
                <a:lnTo>
                  <a:pt x="822045" y="23749"/>
                </a:lnTo>
                <a:lnTo>
                  <a:pt x="826998" y="28067"/>
                </a:lnTo>
                <a:lnTo>
                  <a:pt x="830935" y="33528"/>
                </a:lnTo>
                <a:lnTo>
                  <a:pt x="845540" y="21843"/>
                </a:lnTo>
                <a:lnTo>
                  <a:pt x="840968" y="15875"/>
                </a:lnTo>
                <a:lnTo>
                  <a:pt x="840482" y="15493"/>
                </a:lnTo>
                <a:close/>
              </a:path>
              <a:path w="1430020" h="189864">
                <a:moveTo>
                  <a:pt x="943330" y="4572"/>
                </a:moveTo>
                <a:lnTo>
                  <a:pt x="925042" y="4572"/>
                </a:lnTo>
                <a:lnTo>
                  <a:pt x="925042" y="184785"/>
                </a:lnTo>
                <a:lnTo>
                  <a:pt x="943330" y="184785"/>
                </a:lnTo>
                <a:lnTo>
                  <a:pt x="943330" y="4572"/>
                </a:lnTo>
                <a:close/>
              </a:path>
              <a:path w="1430020" h="189864">
                <a:moveTo>
                  <a:pt x="1112875" y="0"/>
                </a:moveTo>
                <a:lnTo>
                  <a:pt x="1067304" y="10991"/>
                </a:lnTo>
                <a:lnTo>
                  <a:pt x="1034548" y="40640"/>
                </a:lnTo>
                <a:lnTo>
                  <a:pt x="1019455" y="84522"/>
                </a:lnTo>
                <a:lnTo>
                  <a:pt x="1019022" y="94615"/>
                </a:lnTo>
                <a:lnTo>
                  <a:pt x="1019357" y="102423"/>
                </a:lnTo>
                <a:lnTo>
                  <a:pt x="1019455" y="104709"/>
                </a:lnTo>
                <a:lnTo>
                  <a:pt x="1034548" y="148653"/>
                </a:lnTo>
                <a:lnTo>
                  <a:pt x="1067304" y="178292"/>
                </a:lnTo>
                <a:lnTo>
                  <a:pt x="1112875" y="189357"/>
                </a:lnTo>
                <a:lnTo>
                  <a:pt x="1122710" y="188906"/>
                </a:lnTo>
                <a:lnTo>
                  <a:pt x="1166215" y="173672"/>
                </a:lnTo>
                <a:lnTo>
                  <a:pt x="1166987" y="173101"/>
                </a:lnTo>
                <a:lnTo>
                  <a:pt x="1112875" y="173101"/>
                </a:lnTo>
                <a:lnTo>
                  <a:pt x="1104422" y="172696"/>
                </a:lnTo>
                <a:lnTo>
                  <a:pt x="1063256" y="154676"/>
                </a:lnTo>
                <a:lnTo>
                  <a:pt x="1041146" y="117421"/>
                </a:lnTo>
                <a:lnTo>
                  <a:pt x="1038199" y="94615"/>
                </a:lnTo>
                <a:lnTo>
                  <a:pt x="1038530" y="86824"/>
                </a:lnTo>
                <a:lnTo>
                  <a:pt x="1053568" y="45194"/>
                </a:lnTo>
                <a:lnTo>
                  <a:pt x="1088801" y="19591"/>
                </a:lnTo>
                <a:lnTo>
                  <a:pt x="1112875" y="16002"/>
                </a:lnTo>
                <a:lnTo>
                  <a:pt x="1166796" y="16002"/>
                </a:lnTo>
                <a:lnTo>
                  <a:pt x="1166215" y="15573"/>
                </a:lnTo>
                <a:lnTo>
                  <a:pt x="1122710" y="432"/>
                </a:lnTo>
                <a:lnTo>
                  <a:pt x="1112875" y="0"/>
                </a:lnTo>
                <a:close/>
              </a:path>
              <a:path w="1430020" h="189864">
                <a:moveTo>
                  <a:pt x="1166796" y="16002"/>
                </a:moveTo>
                <a:lnTo>
                  <a:pt x="1112875" y="16002"/>
                </a:lnTo>
                <a:lnTo>
                  <a:pt x="1121329" y="16404"/>
                </a:lnTo>
                <a:lnTo>
                  <a:pt x="1129353" y="17605"/>
                </a:lnTo>
                <a:lnTo>
                  <a:pt x="1167612" y="39624"/>
                </a:lnTo>
                <a:lnTo>
                  <a:pt x="1186170" y="79248"/>
                </a:lnTo>
                <a:lnTo>
                  <a:pt x="1187424" y="94615"/>
                </a:lnTo>
                <a:lnTo>
                  <a:pt x="1187113" y="102423"/>
                </a:lnTo>
                <a:lnTo>
                  <a:pt x="1172182" y="144035"/>
                </a:lnTo>
                <a:lnTo>
                  <a:pt x="1136950" y="169457"/>
                </a:lnTo>
                <a:lnTo>
                  <a:pt x="1112875" y="173101"/>
                </a:lnTo>
                <a:lnTo>
                  <a:pt x="1166987" y="173101"/>
                </a:lnTo>
                <a:lnTo>
                  <a:pt x="1195737" y="140894"/>
                </a:lnTo>
                <a:lnTo>
                  <a:pt x="1206728" y="94615"/>
                </a:lnTo>
                <a:lnTo>
                  <a:pt x="1206394" y="86824"/>
                </a:lnTo>
                <a:lnTo>
                  <a:pt x="1195737" y="48406"/>
                </a:lnTo>
                <a:lnTo>
                  <a:pt x="1173359" y="20845"/>
                </a:lnTo>
                <a:lnTo>
                  <a:pt x="1166796" y="16002"/>
                </a:lnTo>
                <a:close/>
              </a:path>
              <a:path w="1430020" h="189864">
                <a:moveTo>
                  <a:pt x="1306042" y="4572"/>
                </a:moveTo>
                <a:lnTo>
                  <a:pt x="1283182" y="4572"/>
                </a:lnTo>
                <a:lnTo>
                  <a:pt x="1283182" y="184785"/>
                </a:lnTo>
                <a:lnTo>
                  <a:pt x="1301470" y="184785"/>
                </a:lnTo>
                <a:lnTo>
                  <a:pt x="1301470" y="29718"/>
                </a:lnTo>
                <a:lnTo>
                  <a:pt x="1323236" y="29718"/>
                </a:lnTo>
                <a:lnTo>
                  <a:pt x="1306042" y="4572"/>
                </a:lnTo>
                <a:close/>
              </a:path>
              <a:path w="1430020" h="189864">
                <a:moveTo>
                  <a:pt x="1323236" y="29718"/>
                </a:moveTo>
                <a:lnTo>
                  <a:pt x="1301978" y="29718"/>
                </a:lnTo>
                <a:lnTo>
                  <a:pt x="1406880" y="184785"/>
                </a:lnTo>
                <a:lnTo>
                  <a:pt x="1429740" y="184785"/>
                </a:lnTo>
                <a:lnTo>
                  <a:pt x="1429740" y="157987"/>
                </a:lnTo>
                <a:lnTo>
                  <a:pt x="1410944" y="157987"/>
                </a:lnTo>
                <a:lnTo>
                  <a:pt x="1323236" y="29718"/>
                </a:lnTo>
                <a:close/>
              </a:path>
              <a:path w="1430020" h="189864">
                <a:moveTo>
                  <a:pt x="1429740" y="4572"/>
                </a:moveTo>
                <a:lnTo>
                  <a:pt x="1411452" y="4572"/>
                </a:lnTo>
                <a:lnTo>
                  <a:pt x="1411452" y="157987"/>
                </a:lnTo>
                <a:lnTo>
                  <a:pt x="1429740" y="157987"/>
                </a:lnTo>
                <a:lnTo>
                  <a:pt x="1429740" y="4572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26436" y="4401376"/>
            <a:ext cx="57150" cy="14604"/>
          </a:xfrm>
          <a:custGeom>
            <a:avLst/>
            <a:gdLst/>
            <a:ahLst/>
            <a:cxnLst/>
            <a:rect l="l" t="t" r="r" b="b"/>
            <a:pathLst>
              <a:path w="57150" h="14604">
                <a:moveTo>
                  <a:pt x="57040" y="0"/>
                </a:moveTo>
                <a:lnTo>
                  <a:pt x="0" y="0"/>
                </a:lnTo>
                <a:lnTo>
                  <a:pt x="0" y="14540"/>
                </a:lnTo>
                <a:lnTo>
                  <a:pt x="57040" y="14540"/>
                </a:lnTo>
                <a:lnTo>
                  <a:pt x="57040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57120" y="4285615"/>
            <a:ext cx="2967990" cy="189865"/>
          </a:xfrm>
          <a:custGeom>
            <a:avLst/>
            <a:gdLst/>
            <a:ahLst/>
            <a:cxnLst/>
            <a:rect l="l" t="t" r="r" b="b"/>
            <a:pathLst>
              <a:path w="2967990" h="189864">
                <a:moveTo>
                  <a:pt x="27940" y="4572"/>
                </a:moveTo>
                <a:lnTo>
                  <a:pt x="0" y="4572"/>
                </a:lnTo>
                <a:lnTo>
                  <a:pt x="0" y="184785"/>
                </a:lnTo>
                <a:lnTo>
                  <a:pt x="18287" y="184785"/>
                </a:lnTo>
                <a:lnTo>
                  <a:pt x="18287" y="28193"/>
                </a:lnTo>
                <a:lnTo>
                  <a:pt x="37618" y="28193"/>
                </a:lnTo>
                <a:lnTo>
                  <a:pt x="27940" y="4572"/>
                </a:lnTo>
                <a:close/>
              </a:path>
              <a:path w="2967990" h="189864">
                <a:moveTo>
                  <a:pt x="37618" y="28193"/>
                </a:moveTo>
                <a:lnTo>
                  <a:pt x="18796" y="28193"/>
                </a:lnTo>
                <a:lnTo>
                  <a:pt x="83947" y="184785"/>
                </a:lnTo>
                <a:lnTo>
                  <a:pt x="93599" y="184785"/>
                </a:lnTo>
                <a:lnTo>
                  <a:pt x="106544" y="153670"/>
                </a:lnTo>
                <a:lnTo>
                  <a:pt x="89027" y="153670"/>
                </a:lnTo>
                <a:lnTo>
                  <a:pt x="37618" y="28193"/>
                </a:lnTo>
                <a:close/>
              </a:path>
              <a:path w="2967990" h="189864">
                <a:moveTo>
                  <a:pt x="177546" y="28193"/>
                </a:moveTo>
                <a:lnTo>
                  <a:pt x="159385" y="28193"/>
                </a:lnTo>
                <a:lnTo>
                  <a:pt x="159385" y="184785"/>
                </a:lnTo>
                <a:lnTo>
                  <a:pt x="177546" y="184785"/>
                </a:lnTo>
                <a:lnTo>
                  <a:pt x="177546" y="28193"/>
                </a:lnTo>
                <a:close/>
              </a:path>
              <a:path w="2967990" h="189864">
                <a:moveTo>
                  <a:pt x="177546" y="4572"/>
                </a:moveTo>
                <a:lnTo>
                  <a:pt x="149606" y="4572"/>
                </a:lnTo>
                <a:lnTo>
                  <a:pt x="89281" y="153670"/>
                </a:lnTo>
                <a:lnTo>
                  <a:pt x="106544" y="153670"/>
                </a:lnTo>
                <a:lnTo>
                  <a:pt x="158750" y="28193"/>
                </a:lnTo>
                <a:lnTo>
                  <a:pt x="177546" y="28193"/>
                </a:lnTo>
                <a:lnTo>
                  <a:pt x="177546" y="4572"/>
                </a:lnTo>
                <a:close/>
              </a:path>
              <a:path w="2967990" h="189864">
                <a:moveTo>
                  <a:pt x="337947" y="4572"/>
                </a:moveTo>
                <a:lnTo>
                  <a:pt x="320040" y="4572"/>
                </a:lnTo>
                <a:lnTo>
                  <a:pt x="242188" y="184785"/>
                </a:lnTo>
                <a:lnTo>
                  <a:pt x="262255" y="184785"/>
                </a:lnTo>
                <a:lnTo>
                  <a:pt x="281940" y="137414"/>
                </a:lnTo>
                <a:lnTo>
                  <a:pt x="394959" y="137414"/>
                </a:lnTo>
                <a:lnTo>
                  <a:pt x="387764" y="120650"/>
                </a:lnTo>
                <a:lnTo>
                  <a:pt x="288798" y="120650"/>
                </a:lnTo>
                <a:lnTo>
                  <a:pt x="328549" y="24892"/>
                </a:lnTo>
                <a:lnTo>
                  <a:pt x="346667" y="24892"/>
                </a:lnTo>
                <a:lnTo>
                  <a:pt x="337947" y="4572"/>
                </a:lnTo>
                <a:close/>
              </a:path>
              <a:path w="2967990" h="189864">
                <a:moveTo>
                  <a:pt x="394959" y="137414"/>
                </a:moveTo>
                <a:lnTo>
                  <a:pt x="375157" y="137414"/>
                </a:lnTo>
                <a:lnTo>
                  <a:pt x="394843" y="184785"/>
                </a:lnTo>
                <a:lnTo>
                  <a:pt x="415290" y="184785"/>
                </a:lnTo>
                <a:lnTo>
                  <a:pt x="394959" y="137414"/>
                </a:lnTo>
                <a:close/>
              </a:path>
              <a:path w="2967990" h="189864">
                <a:moveTo>
                  <a:pt x="346667" y="24892"/>
                </a:moveTo>
                <a:lnTo>
                  <a:pt x="328549" y="24892"/>
                </a:lnTo>
                <a:lnTo>
                  <a:pt x="368173" y="120650"/>
                </a:lnTo>
                <a:lnTo>
                  <a:pt x="387764" y="120650"/>
                </a:lnTo>
                <a:lnTo>
                  <a:pt x="346667" y="24892"/>
                </a:lnTo>
                <a:close/>
              </a:path>
              <a:path w="2967990" h="189864">
                <a:moveTo>
                  <a:pt x="498348" y="4572"/>
                </a:moveTo>
                <a:lnTo>
                  <a:pt x="480060" y="4572"/>
                </a:lnTo>
                <a:lnTo>
                  <a:pt x="480060" y="184785"/>
                </a:lnTo>
                <a:lnTo>
                  <a:pt x="498348" y="184785"/>
                </a:lnTo>
                <a:lnTo>
                  <a:pt x="498348" y="88773"/>
                </a:lnTo>
                <a:lnTo>
                  <a:pt x="522158" y="88773"/>
                </a:lnTo>
                <a:lnTo>
                  <a:pt x="519684" y="86233"/>
                </a:lnTo>
                <a:lnTo>
                  <a:pt x="520532" y="85471"/>
                </a:lnTo>
                <a:lnTo>
                  <a:pt x="498348" y="85471"/>
                </a:lnTo>
                <a:lnTo>
                  <a:pt x="498348" y="4572"/>
                </a:lnTo>
                <a:close/>
              </a:path>
              <a:path w="2967990" h="189864">
                <a:moveTo>
                  <a:pt x="522158" y="88773"/>
                </a:moveTo>
                <a:lnTo>
                  <a:pt x="498602" y="88773"/>
                </a:lnTo>
                <a:lnTo>
                  <a:pt x="588644" y="184785"/>
                </a:lnTo>
                <a:lnTo>
                  <a:pt x="615696" y="184785"/>
                </a:lnTo>
                <a:lnTo>
                  <a:pt x="522158" y="88773"/>
                </a:lnTo>
                <a:close/>
              </a:path>
              <a:path w="2967990" h="189864">
                <a:moveTo>
                  <a:pt x="610616" y="4572"/>
                </a:moveTo>
                <a:lnTo>
                  <a:pt x="584327" y="4572"/>
                </a:lnTo>
                <a:lnTo>
                  <a:pt x="498602" y="85471"/>
                </a:lnTo>
                <a:lnTo>
                  <a:pt x="520532" y="85471"/>
                </a:lnTo>
                <a:lnTo>
                  <a:pt x="610616" y="4572"/>
                </a:lnTo>
                <a:close/>
              </a:path>
              <a:path w="2967990" h="189864">
                <a:moveTo>
                  <a:pt x="696468" y="4572"/>
                </a:moveTo>
                <a:lnTo>
                  <a:pt x="678180" y="4572"/>
                </a:lnTo>
                <a:lnTo>
                  <a:pt x="678180" y="184785"/>
                </a:lnTo>
                <a:lnTo>
                  <a:pt x="696468" y="184785"/>
                </a:lnTo>
                <a:lnTo>
                  <a:pt x="696468" y="4572"/>
                </a:lnTo>
                <a:close/>
              </a:path>
              <a:path w="2967990" h="189864">
                <a:moveTo>
                  <a:pt x="804672" y="4572"/>
                </a:moveTo>
                <a:lnTo>
                  <a:pt x="781812" y="4572"/>
                </a:lnTo>
                <a:lnTo>
                  <a:pt x="781812" y="184785"/>
                </a:lnTo>
                <a:lnTo>
                  <a:pt x="800100" y="184785"/>
                </a:lnTo>
                <a:lnTo>
                  <a:pt x="800100" y="29718"/>
                </a:lnTo>
                <a:lnTo>
                  <a:pt x="821866" y="29718"/>
                </a:lnTo>
                <a:lnTo>
                  <a:pt x="804672" y="4572"/>
                </a:lnTo>
                <a:close/>
              </a:path>
              <a:path w="2967990" h="189864">
                <a:moveTo>
                  <a:pt x="821866" y="29718"/>
                </a:moveTo>
                <a:lnTo>
                  <a:pt x="800607" y="29718"/>
                </a:lnTo>
                <a:lnTo>
                  <a:pt x="905509" y="184785"/>
                </a:lnTo>
                <a:lnTo>
                  <a:pt x="928369" y="184785"/>
                </a:lnTo>
                <a:lnTo>
                  <a:pt x="928369" y="157987"/>
                </a:lnTo>
                <a:lnTo>
                  <a:pt x="909574" y="157987"/>
                </a:lnTo>
                <a:lnTo>
                  <a:pt x="821866" y="29718"/>
                </a:lnTo>
                <a:close/>
              </a:path>
              <a:path w="2967990" h="189864">
                <a:moveTo>
                  <a:pt x="928369" y="4572"/>
                </a:moveTo>
                <a:lnTo>
                  <a:pt x="910082" y="4572"/>
                </a:lnTo>
                <a:lnTo>
                  <a:pt x="910082" y="157987"/>
                </a:lnTo>
                <a:lnTo>
                  <a:pt x="928369" y="157987"/>
                </a:lnTo>
                <a:lnTo>
                  <a:pt x="928369" y="4572"/>
                </a:lnTo>
                <a:close/>
              </a:path>
              <a:path w="2967990" h="189864">
                <a:moveTo>
                  <a:pt x="1099184" y="0"/>
                </a:moveTo>
                <a:lnTo>
                  <a:pt x="1053613" y="10991"/>
                </a:lnTo>
                <a:lnTo>
                  <a:pt x="1020857" y="40640"/>
                </a:lnTo>
                <a:lnTo>
                  <a:pt x="1005764" y="84522"/>
                </a:lnTo>
                <a:lnTo>
                  <a:pt x="1005332" y="94615"/>
                </a:lnTo>
                <a:lnTo>
                  <a:pt x="1005665" y="102423"/>
                </a:lnTo>
                <a:lnTo>
                  <a:pt x="1005762" y="104709"/>
                </a:lnTo>
                <a:lnTo>
                  <a:pt x="1020603" y="148653"/>
                </a:lnTo>
                <a:lnTo>
                  <a:pt x="1053214" y="178292"/>
                </a:lnTo>
                <a:lnTo>
                  <a:pt x="1099184" y="189357"/>
                </a:lnTo>
                <a:lnTo>
                  <a:pt x="1108255" y="189075"/>
                </a:lnTo>
                <a:lnTo>
                  <a:pt x="1151001" y="179530"/>
                </a:lnTo>
                <a:lnTo>
                  <a:pt x="1164038" y="173101"/>
                </a:lnTo>
                <a:lnTo>
                  <a:pt x="1099439" y="173101"/>
                </a:lnTo>
                <a:lnTo>
                  <a:pt x="1090985" y="172696"/>
                </a:lnTo>
                <a:lnTo>
                  <a:pt x="1049819" y="154676"/>
                </a:lnTo>
                <a:lnTo>
                  <a:pt x="1027509" y="117421"/>
                </a:lnTo>
                <a:lnTo>
                  <a:pt x="1024508" y="94615"/>
                </a:lnTo>
                <a:lnTo>
                  <a:pt x="1024842" y="86824"/>
                </a:lnTo>
                <a:lnTo>
                  <a:pt x="1040130" y="45194"/>
                </a:lnTo>
                <a:lnTo>
                  <a:pt x="1075364" y="19591"/>
                </a:lnTo>
                <a:lnTo>
                  <a:pt x="1099439" y="16002"/>
                </a:lnTo>
                <a:lnTo>
                  <a:pt x="1154534" y="16002"/>
                </a:lnTo>
                <a:lnTo>
                  <a:pt x="1151763" y="14001"/>
                </a:lnTo>
                <a:lnTo>
                  <a:pt x="1110012" y="432"/>
                </a:lnTo>
                <a:lnTo>
                  <a:pt x="1110905" y="432"/>
                </a:lnTo>
                <a:lnTo>
                  <a:pt x="1099184" y="0"/>
                </a:lnTo>
                <a:close/>
              </a:path>
              <a:path w="2967990" h="189864">
                <a:moveTo>
                  <a:pt x="1166368" y="90551"/>
                </a:moveTo>
                <a:lnTo>
                  <a:pt x="1106043" y="90551"/>
                </a:lnTo>
                <a:lnTo>
                  <a:pt x="1106043" y="106553"/>
                </a:lnTo>
                <a:lnTo>
                  <a:pt x="1148080" y="106553"/>
                </a:lnTo>
                <a:lnTo>
                  <a:pt x="1148080" y="161417"/>
                </a:lnTo>
                <a:lnTo>
                  <a:pt x="1106894" y="172888"/>
                </a:lnTo>
                <a:lnTo>
                  <a:pt x="1099439" y="173101"/>
                </a:lnTo>
                <a:lnTo>
                  <a:pt x="1164038" y="173101"/>
                </a:lnTo>
                <a:lnTo>
                  <a:pt x="1166368" y="171831"/>
                </a:lnTo>
                <a:lnTo>
                  <a:pt x="1166368" y="90551"/>
                </a:lnTo>
                <a:close/>
              </a:path>
              <a:path w="2967990" h="189864">
                <a:moveTo>
                  <a:pt x="1154534" y="16002"/>
                </a:moveTo>
                <a:lnTo>
                  <a:pt x="1099439" y="16002"/>
                </a:lnTo>
                <a:lnTo>
                  <a:pt x="1109245" y="16404"/>
                </a:lnTo>
                <a:lnTo>
                  <a:pt x="1108115" y="16404"/>
                </a:lnTo>
                <a:lnTo>
                  <a:pt x="1146732" y="32160"/>
                </a:lnTo>
                <a:lnTo>
                  <a:pt x="1151635" y="36830"/>
                </a:lnTo>
                <a:lnTo>
                  <a:pt x="1164335" y="24130"/>
                </a:lnTo>
                <a:lnTo>
                  <a:pt x="1158335" y="18744"/>
                </a:lnTo>
                <a:lnTo>
                  <a:pt x="1154534" y="16002"/>
                </a:lnTo>
                <a:close/>
              </a:path>
              <a:path w="2967990" h="189864">
                <a:moveTo>
                  <a:pt x="1368552" y="4572"/>
                </a:moveTo>
                <a:lnTo>
                  <a:pt x="1350264" y="4572"/>
                </a:lnTo>
                <a:lnTo>
                  <a:pt x="1350264" y="184785"/>
                </a:lnTo>
                <a:lnTo>
                  <a:pt x="1368552" y="184785"/>
                </a:lnTo>
                <a:lnTo>
                  <a:pt x="1368552" y="4572"/>
                </a:lnTo>
                <a:close/>
              </a:path>
              <a:path w="2967990" h="189864">
                <a:moveTo>
                  <a:pt x="1476756" y="4572"/>
                </a:moveTo>
                <a:lnTo>
                  <a:pt x="1453895" y="4572"/>
                </a:lnTo>
                <a:lnTo>
                  <a:pt x="1453895" y="184785"/>
                </a:lnTo>
                <a:lnTo>
                  <a:pt x="1472183" y="184785"/>
                </a:lnTo>
                <a:lnTo>
                  <a:pt x="1472183" y="29718"/>
                </a:lnTo>
                <a:lnTo>
                  <a:pt x="1493950" y="29718"/>
                </a:lnTo>
                <a:lnTo>
                  <a:pt x="1476756" y="4572"/>
                </a:lnTo>
                <a:close/>
              </a:path>
              <a:path w="2967990" h="189864">
                <a:moveTo>
                  <a:pt x="1493950" y="29718"/>
                </a:moveTo>
                <a:lnTo>
                  <a:pt x="1472692" y="29718"/>
                </a:lnTo>
                <a:lnTo>
                  <a:pt x="1577594" y="184785"/>
                </a:lnTo>
                <a:lnTo>
                  <a:pt x="1600454" y="184785"/>
                </a:lnTo>
                <a:lnTo>
                  <a:pt x="1600454" y="157987"/>
                </a:lnTo>
                <a:lnTo>
                  <a:pt x="1581658" y="157987"/>
                </a:lnTo>
                <a:lnTo>
                  <a:pt x="1493950" y="29718"/>
                </a:lnTo>
                <a:close/>
              </a:path>
              <a:path w="2967990" h="189864">
                <a:moveTo>
                  <a:pt x="1600454" y="4572"/>
                </a:moveTo>
                <a:lnTo>
                  <a:pt x="1582166" y="4572"/>
                </a:lnTo>
                <a:lnTo>
                  <a:pt x="1582166" y="157987"/>
                </a:lnTo>
                <a:lnTo>
                  <a:pt x="1600454" y="157987"/>
                </a:lnTo>
                <a:lnTo>
                  <a:pt x="1600454" y="4572"/>
                </a:lnTo>
                <a:close/>
              </a:path>
              <a:path w="2967990" h="189864">
                <a:moveTo>
                  <a:pt x="1849246" y="4572"/>
                </a:moveTo>
                <a:lnTo>
                  <a:pt x="1789176" y="4572"/>
                </a:lnTo>
                <a:lnTo>
                  <a:pt x="1789176" y="184785"/>
                </a:lnTo>
                <a:lnTo>
                  <a:pt x="1807464" y="184785"/>
                </a:lnTo>
                <a:lnTo>
                  <a:pt x="1807464" y="100965"/>
                </a:lnTo>
                <a:lnTo>
                  <a:pt x="1848739" y="100965"/>
                </a:lnTo>
                <a:lnTo>
                  <a:pt x="1857120" y="99949"/>
                </a:lnTo>
                <a:lnTo>
                  <a:pt x="1872107" y="95885"/>
                </a:lnTo>
                <a:lnTo>
                  <a:pt x="1878583" y="92837"/>
                </a:lnTo>
                <a:lnTo>
                  <a:pt x="1888563" y="85471"/>
                </a:lnTo>
                <a:lnTo>
                  <a:pt x="1807464" y="85471"/>
                </a:lnTo>
                <a:lnTo>
                  <a:pt x="1807464" y="20320"/>
                </a:lnTo>
                <a:lnTo>
                  <a:pt x="1889506" y="20320"/>
                </a:lnTo>
                <a:lnTo>
                  <a:pt x="1884171" y="16383"/>
                </a:lnTo>
                <a:lnTo>
                  <a:pt x="1878838" y="12318"/>
                </a:lnTo>
                <a:lnTo>
                  <a:pt x="1872488" y="9398"/>
                </a:lnTo>
                <a:lnTo>
                  <a:pt x="1864995" y="7493"/>
                </a:lnTo>
                <a:lnTo>
                  <a:pt x="1857502" y="5461"/>
                </a:lnTo>
                <a:lnTo>
                  <a:pt x="1849246" y="4572"/>
                </a:lnTo>
                <a:close/>
              </a:path>
              <a:path w="2967990" h="189864">
                <a:moveTo>
                  <a:pt x="1889506" y="20320"/>
                </a:moveTo>
                <a:lnTo>
                  <a:pt x="1838579" y="20320"/>
                </a:lnTo>
                <a:lnTo>
                  <a:pt x="1848389" y="20798"/>
                </a:lnTo>
                <a:lnTo>
                  <a:pt x="1857057" y="22240"/>
                </a:lnTo>
                <a:lnTo>
                  <a:pt x="1881702" y="44450"/>
                </a:lnTo>
                <a:lnTo>
                  <a:pt x="1881804" y="44765"/>
                </a:lnTo>
                <a:lnTo>
                  <a:pt x="1882520" y="52578"/>
                </a:lnTo>
                <a:lnTo>
                  <a:pt x="1881828" y="60176"/>
                </a:lnTo>
                <a:lnTo>
                  <a:pt x="1879742" y="66786"/>
                </a:lnTo>
                <a:lnTo>
                  <a:pt x="1838579" y="85471"/>
                </a:lnTo>
                <a:lnTo>
                  <a:pt x="1888563" y="85471"/>
                </a:lnTo>
                <a:lnTo>
                  <a:pt x="1900935" y="60706"/>
                </a:lnTo>
                <a:lnTo>
                  <a:pt x="1900935" y="44450"/>
                </a:lnTo>
                <a:lnTo>
                  <a:pt x="1899412" y="37465"/>
                </a:lnTo>
                <a:lnTo>
                  <a:pt x="1896618" y="31368"/>
                </a:lnTo>
                <a:lnTo>
                  <a:pt x="1893696" y="25273"/>
                </a:lnTo>
                <a:lnTo>
                  <a:pt x="1889506" y="20320"/>
                </a:lnTo>
                <a:close/>
              </a:path>
              <a:path w="2967990" h="189864">
                <a:moveTo>
                  <a:pt x="1969389" y="4572"/>
                </a:moveTo>
                <a:lnTo>
                  <a:pt x="1946529" y="4572"/>
                </a:lnTo>
                <a:lnTo>
                  <a:pt x="2014093" y="107061"/>
                </a:lnTo>
                <a:lnTo>
                  <a:pt x="2014093" y="184785"/>
                </a:lnTo>
                <a:lnTo>
                  <a:pt x="2032254" y="184785"/>
                </a:lnTo>
                <a:lnTo>
                  <a:pt x="2032254" y="107061"/>
                </a:lnTo>
                <a:lnTo>
                  <a:pt x="2042300" y="91821"/>
                </a:lnTo>
                <a:lnTo>
                  <a:pt x="2023745" y="91821"/>
                </a:lnTo>
                <a:lnTo>
                  <a:pt x="1969389" y="4572"/>
                </a:lnTo>
                <a:close/>
              </a:path>
              <a:path w="2967990" h="189864">
                <a:moveTo>
                  <a:pt x="2099818" y="4572"/>
                </a:moveTo>
                <a:lnTo>
                  <a:pt x="2078482" y="4572"/>
                </a:lnTo>
                <a:lnTo>
                  <a:pt x="2023745" y="91821"/>
                </a:lnTo>
                <a:lnTo>
                  <a:pt x="2042300" y="91821"/>
                </a:lnTo>
                <a:lnTo>
                  <a:pt x="2099818" y="4572"/>
                </a:lnTo>
                <a:close/>
              </a:path>
              <a:path w="2967990" h="189864">
                <a:moveTo>
                  <a:pt x="2220214" y="20828"/>
                </a:moveTo>
                <a:lnTo>
                  <a:pt x="2201926" y="20828"/>
                </a:lnTo>
                <a:lnTo>
                  <a:pt x="2201926" y="184785"/>
                </a:lnTo>
                <a:lnTo>
                  <a:pt x="2220214" y="184785"/>
                </a:lnTo>
                <a:lnTo>
                  <a:pt x="2220214" y="20828"/>
                </a:lnTo>
                <a:close/>
              </a:path>
              <a:path w="2967990" h="189864">
                <a:moveTo>
                  <a:pt x="2280666" y="4572"/>
                </a:moveTo>
                <a:lnTo>
                  <a:pt x="2141728" y="4572"/>
                </a:lnTo>
                <a:lnTo>
                  <a:pt x="2141728" y="20828"/>
                </a:lnTo>
                <a:lnTo>
                  <a:pt x="2280666" y="20828"/>
                </a:lnTo>
                <a:lnTo>
                  <a:pt x="2280666" y="4572"/>
                </a:lnTo>
                <a:close/>
              </a:path>
              <a:path w="2967990" h="189864">
                <a:moveTo>
                  <a:pt x="2363724" y="4572"/>
                </a:moveTo>
                <a:lnTo>
                  <a:pt x="2345435" y="4572"/>
                </a:lnTo>
                <a:lnTo>
                  <a:pt x="2345435" y="184785"/>
                </a:lnTo>
                <a:lnTo>
                  <a:pt x="2363724" y="184785"/>
                </a:lnTo>
                <a:lnTo>
                  <a:pt x="2363724" y="99441"/>
                </a:lnTo>
                <a:lnTo>
                  <a:pt x="2480310" y="99441"/>
                </a:lnTo>
                <a:lnTo>
                  <a:pt x="2480310" y="82677"/>
                </a:lnTo>
                <a:lnTo>
                  <a:pt x="2363724" y="82677"/>
                </a:lnTo>
                <a:lnTo>
                  <a:pt x="2363724" y="4572"/>
                </a:lnTo>
                <a:close/>
              </a:path>
              <a:path w="2967990" h="189864">
                <a:moveTo>
                  <a:pt x="2480310" y="99441"/>
                </a:moveTo>
                <a:lnTo>
                  <a:pt x="2461895" y="99441"/>
                </a:lnTo>
                <a:lnTo>
                  <a:pt x="2461895" y="184785"/>
                </a:lnTo>
                <a:lnTo>
                  <a:pt x="2480310" y="184785"/>
                </a:lnTo>
                <a:lnTo>
                  <a:pt x="2480310" y="99441"/>
                </a:lnTo>
                <a:close/>
              </a:path>
              <a:path w="2967990" h="189864">
                <a:moveTo>
                  <a:pt x="2480310" y="4572"/>
                </a:moveTo>
                <a:lnTo>
                  <a:pt x="2461895" y="4572"/>
                </a:lnTo>
                <a:lnTo>
                  <a:pt x="2461895" y="82677"/>
                </a:lnTo>
                <a:lnTo>
                  <a:pt x="2480310" y="82677"/>
                </a:lnTo>
                <a:lnTo>
                  <a:pt x="2480310" y="4572"/>
                </a:lnTo>
                <a:close/>
              </a:path>
              <a:path w="2967990" h="189864">
                <a:moveTo>
                  <a:pt x="2650617" y="0"/>
                </a:moveTo>
                <a:lnTo>
                  <a:pt x="2605045" y="10991"/>
                </a:lnTo>
                <a:lnTo>
                  <a:pt x="2572289" y="40640"/>
                </a:lnTo>
                <a:lnTo>
                  <a:pt x="2557196" y="84522"/>
                </a:lnTo>
                <a:lnTo>
                  <a:pt x="2556764" y="94615"/>
                </a:lnTo>
                <a:lnTo>
                  <a:pt x="2557098" y="102423"/>
                </a:lnTo>
                <a:lnTo>
                  <a:pt x="2557196" y="104709"/>
                </a:lnTo>
                <a:lnTo>
                  <a:pt x="2572289" y="148653"/>
                </a:lnTo>
                <a:lnTo>
                  <a:pt x="2605045" y="178292"/>
                </a:lnTo>
                <a:lnTo>
                  <a:pt x="2650617" y="189357"/>
                </a:lnTo>
                <a:lnTo>
                  <a:pt x="2660451" y="188906"/>
                </a:lnTo>
                <a:lnTo>
                  <a:pt x="2703957" y="173672"/>
                </a:lnTo>
                <a:lnTo>
                  <a:pt x="2704729" y="173101"/>
                </a:lnTo>
                <a:lnTo>
                  <a:pt x="2650617" y="173101"/>
                </a:lnTo>
                <a:lnTo>
                  <a:pt x="2642163" y="172696"/>
                </a:lnTo>
                <a:lnTo>
                  <a:pt x="2600997" y="154676"/>
                </a:lnTo>
                <a:lnTo>
                  <a:pt x="2578907" y="117421"/>
                </a:lnTo>
                <a:lnTo>
                  <a:pt x="2576068" y="94615"/>
                </a:lnTo>
                <a:lnTo>
                  <a:pt x="2576379" y="86824"/>
                </a:lnTo>
                <a:lnTo>
                  <a:pt x="2591309" y="45194"/>
                </a:lnTo>
                <a:lnTo>
                  <a:pt x="2626542" y="19591"/>
                </a:lnTo>
                <a:lnTo>
                  <a:pt x="2650617" y="16002"/>
                </a:lnTo>
                <a:lnTo>
                  <a:pt x="2704537" y="16002"/>
                </a:lnTo>
                <a:lnTo>
                  <a:pt x="2703957" y="15573"/>
                </a:lnTo>
                <a:lnTo>
                  <a:pt x="2660451" y="432"/>
                </a:lnTo>
                <a:lnTo>
                  <a:pt x="2650617" y="0"/>
                </a:lnTo>
                <a:close/>
              </a:path>
              <a:path w="2967990" h="189864">
                <a:moveTo>
                  <a:pt x="2704537" y="16002"/>
                </a:moveTo>
                <a:lnTo>
                  <a:pt x="2650617" y="16002"/>
                </a:lnTo>
                <a:lnTo>
                  <a:pt x="2659070" y="16404"/>
                </a:lnTo>
                <a:lnTo>
                  <a:pt x="2667095" y="17605"/>
                </a:lnTo>
                <a:lnTo>
                  <a:pt x="2705354" y="39624"/>
                </a:lnTo>
                <a:lnTo>
                  <a:pt x="2723911" y="79248"/>
                </a:lnTo>
                <a:lnTo>
                  <a:pt x="2725166" y="94615"/>
                </a:lnTo>
                <a:lnTo>
                  <a:pt x="2724854" y="102423"/>
                </a:lnTo>
                <a:lnTo>
                  <a:pt x="2709924" y="144035"/>
                </a:lnTo>
                <a:lnTo>
                  <a:pt x="2674691" y="169457"/>
                </a:lnTo>
                <a:lnTo>
                  <a:pt x="2650617" y="173101"/>
                </a:lnTo>
                <a:lnTo>
                  <a:pt x="2704729" y="173101"/>
                </a:lnTo>
                <a:lnTo>
                  <a:pt x="2733478" y="140894"/>
                </a:lnTo>
                <a:lnTo>
                  <a:pt x="2744470" y="94615"/>
                </a:lnTo>
                <a:lnTo>
                  <a:pt x="2744136" y="86824"/>
                </a:lnTo>
                <a:lnTo>
                  <a:pt x="2733478" y="48406"/>
                </a:lnTo>
                <a:lnTo>
                  <a:pt x="2711100" y="20845"/>
                </a:lnTo>
                <a:lnTo>
                  <a:pt x="2704537" y="16002"/>
                </a:lnTo>
                <a:close/>
              </a:path>
              <a:path w="2967990" h="189864">
                <a:moveTo>
                  <a:pt x="2843784" y="4572"/>
                </a:moveTo>
                <a:lnTo>
                  <a:pt x="2820924" y="4572"/>
                </a:lnTo>
                <a:lnTo>
                  <a:pt x="2820924" y="184785"/>
                </a:lnTo>
                <a:lnTo>
                  <a:pt x="2839212" y="184785"/>
                </a:lnTo>
                <a:lnTo>
                  <a:pt x="2839212" y="29718"/>
                </a:lnTo>
                <a:lnTo>
                  <a:pt x="2860978" y="29718"/>
                </a:lnTo>
                <a:lnTo>
                  <a:pt x="2843784" y="4572"/>
                </a:lnTo>
                <a:close/>
              </a:path>
              <a:path w="2967990" h="189864">
                <a:moveTo>
                  <a:pt x="2860978" y="29718"/>
                </a:moveTo>
                <a:lnTo>
                  <a:pt x="2839720" y="29718"/>
                </a:lnTo>
                <a:lnTo>
                  <a:pt x="2944622" y="184785"/>
                </a:lnTo>
                <a:lnTo>
                  <a:pt x="2967482" y="184785"/>
                </a:lnTo>
                <a:lnTo>
                  <a:pt x="2967482" y="157987"/>
                </a:lnTo>
                <a:lnTo>
                  <a:pt x="2948685" y="157987"/>
                </a:lnTo>
                <a:lnTo>
                  <a:pt x="2860978" y="29718"/>
                </a:lnTo>
                <a:close/>
              </a:path>
              <a:path w="2967990" h="189864">
                <a:moveTo>
                  <a:pt x="2967482" y="4572"/>
                </a:moveTo>
                <a:lnTo>
                  <a:pt x="2949194" y="4572"/>
                </a:lnTo>
                <a:lnTo>
                  <a:pt x="2949194" y="157987"/>
                </a:lnTo>
                <a:lnTo>
                  <a:pt x="2967482" y="157987"/>
                </a:lnTo>
                <a:lnTo>
                  <a:pt x="2967482" y="4572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25039" y="4742815"/>
            <a:ext cx="596265" cy="189865"/>
          </a:xfrm>
          <a:custGeom>
            <a:avLst/>
            <a:gdLst/>
            <a:ahLst/>
            <a:cxnLst/>
            <a:rect l="l" t="t" r="r" b="b"/>
            <a:pathLst>
              <a:path w="596264" h="189864">
                <a:moveTo>
                  <a:pt x="17399" y="146050"/>
                </a:moveTo>
                <a:lnTo>
                  <a:pt x="0" y="152400"/>
                </a:lnTo>
                <a:lnTo>
                  <a:pt x="4316" y="160756"/>
                </a:lnTo>
                <a:lnTo>
                  <a:pt x="9477" y="168100"/>
                </a:lnTo>
                <a:lnTo>
                  <a:pt x="47428" y="188759"/>
                </a:lnTo>
                <a:lnTo>
                  <a:pt x="57023" y="189357"/>
                </a:lnTo>
                <a:lnTo>
                  <a:pt x="64897" y="189357"/>
                </a:lnTo>
                <a:lnTo>
                  <a:pt x="72262" y="188087"/>
                </a:lnTo>
                <a:lnTo>
                  <a:pt x="79248" y="185547"/>
                </a:lnTo>
                <a:lnTo>
                  <a:pt x="86360" y="183134"/>
                </a:lnTo>
                <a:lnTo>
                  <a:pt x="92238" y="179705"/>
                </a:lnTo>
                <a:lnTo>
                  <a:pt x="99242" y="173609"/>
                </a:lnTo>
                <a:lnTo>
                  <a:pt x="57023" y="173609"/>
                </a:lnTo>
                <a:lnTo>
                  <a:pt x="50409" y="173136"/>
                </a:lnTo>
                <a:lnTo>
                  <a:pt x="17488" y="146304"/>
                </a:lnTo>
                <a:lnTo>
                  <a:pt x="17399" y="146050"/>
                </a:lnTo>
                <a:close/>
              </a:path>
              <a:path w="596264" h="189864">
                <a:moveTo>
                  <a:pt x="97980" y="15493"/>
                </a:moveTo>
                <a:lnTo>
                  <a:pt x="61087" y="15493"/>
                </a:lnTo>
                <a:lnTo>
                  <a:pt x="65531" y="16256"/>
                </a:lnTo>
                <a:lnTo>
                  <a:pt x="69977" y="17907"/>
                </a:lnTo>
                <a:lnTo>
                  <a:pt x="89154" y="35433"/>
                </a:lnTo>
                <a:lnTo>
                  <a:pt x="91059" y="39624"/>
                </a:lnTo>
                <a:lnTo>
                  <a:pt x="91948" y="44196"/>
                </a:lnTo>
                <a:lnTo>
                  <a:pt x="91948" y="55245"/>
                </a:lnTo>
                <a:lnTo>
                  <a:pt x="79502" y="74930"/>
                </a:lnTo>
                <a:lnTo>
                  <a:pt x="75692" y="77597"/>
                </a:lnTo>
                <a:lnTo>
                  <a:pt x="71247" y="79502"/>
                </a:lnTo>
                <a:lnTo>
                  <a:pt x="66167" y="80645"/>
                </a:lnTo>
                <a:lnTo>
                  <a:pt x="61087" y="81915"/>
                </a:lnTo>
                <a:lnTo>
                  <a:pt x="55753" y="82423"/>
                </a:lnTo>
                <a:lnTo>
                  <a:pt x="42037" y="82423"/>
                </a:lnTo>
                <a:lnTo>
                  <a:pt x="42037" y="98298"/>
                </a:lnTo>
                <a:lnTo>
                  <a:pt x="55880" y="98298"/>
                </a:lnTo>
                <a:lnTo>
                  <a:pt x="61594" y="98806"/>
                </a:lnTo>
                <a:lnTo>
                  <a:pt x="95504" y="122428"/>
                </a:lnTo>
                <a:lnTo>
                  <a:pt x="96774" y="128143"/>
                </a:lnTo>
                <a:lnTo>
                  <a:pt x="96774" y="140970"/>
                </a:lnTo>
                <a:lnTo>
                  <a:pt x="72009" y="170815"/>
                </a:lnTo>
                <a:lnTo>
                  <a:pt x="67183" y="172720"/>
                </a:lnTo>
                <a:lnTo>
                  <a:pt x="62230" y="173609"/>
                </a:lnTo>
                <a:lnTo>
                  <a:pt x="99242" y="173609"/>
                </a:lnTo>
                <a:lnTo>
                  <a:pt x="102997" y="170307"/>
                </a:lnTo>
                <a:lnTo>
                  <a:pt x="107187" y="164592"/>
                </a:lnTo>
                <a:lnTo>
                  <a:pt x="113537" y="151130"/>
                </a:lnTo>
                <a:lnTo>
                  <a:pt x="115062" y="143510"/>
                </a:lnTo>
                <a:lnTo>
                  <a:pt x="115062" y="134874"/>
                </a:lnTo>
                <a:lnTo>
                  <a:pt x="99099" y="99687"/>
                </a:lnTo>
                <a:lnTo>
                  <a:pt x="78740" y="90043"/>
                </a:lnTo>
                <a:lnTo>
                  <a:pt x="78740" y="89535"/>
                </a:lnTo>
                <a:lnTo>
                  <a:pt x="107775" y="63007"/>
                </a:lnTo>
                <a:lnTo>
                  <a:pt x="109981" y="48260"/>
                </a:lnTo>
                <a:lnTo>
                  <a:pt x="109981" y="40512"/>
                </a:lnTo>
                <a:lnTo>
                  <a:pt x="108585" y="33655"/>
                </a:lnTo>
                <a:lnTo>
                  <a:pt x="105907" y="27812"/>
                </a:lnTo>
                <a:lnTo>
                  <a:pt x="103237" y="21843"/>
                </a:lnTo>
                <a:lnTo>
                  <a:pt x="103124" y="21590"/>
                </a:lnTo>
                <a:lnTo>
                  <a:pt x="99187" y="16510"/>
                </a:lnTo>
                <a:lnTo>
                  <a:pt x="97980" y="15493"/>
                </a:lnTo>
                <a:close/>
              </a:path>
              <a:path w="596264" h="189864">
                <a:moveTo>
                  <a:pt x="64388" y="0"/>
                </a:moveTo>
                <a:lnTo>
                  <a:pt x="57277" y="0"/>
                </a:lnTo>
                <a:lnTo>
                  <a:pt x="49226" y="430"/>
                </a:lnTo>
                <a:lnTo>
                  <a:pt x="11080" y="21590"/>
                </a:lnTo>
                <a:lnTo>
                  <a:pt x="6477" y="28575"/>
                </a:lnTo>
                <a:lnTo>
                  <a:pt x="21843" y="36576"/>
                </a:lnTo>
                <a:lnTo>
                  <a:pt x="25400" y="29591"/>
                </a:lnTo>
                <a:lnTo>
                  <a:pt x="30225" y="24384"/>
                </a:lnTo>
                <a:lnTo>
                  <a:pt x="41910" y="17272"/>
                </a:lnTo>
                <a:lnTo>
                  <a:pt x="48641" y="15493"/>
                </a:lnTo>
                <a:lnTo>
                  <a:pt x="97980" y="15493"/>
                </a:lnTo>
                <a:lnTo>
                  <a:pt x="89535" y="8382"/>
                </a:lnTo>
                <a:lnTo>
                  <a:pt x="83947" y="5207"/>
                </a:lnTo>
                <a:lnTo>
                  <a:pt x="77597" y="3048"/>
                </a:lnTo>
                <a:lnTo>
                  <a:pt x="71247" y="1016"/>
                </a:lnTo>
                <a:lnTo>
                  <a:pt x="64388" y="0"/>
                </a:lnTo>
                <a:close/>
              </a:path>
              <a:path w="596264" h="189864">
                <a:moveTo>
                  <a:pt x="210693" y="158750"/>
                </a:moveTo>
                <a:lnTo>
                  <a:pt x="202565" y="158750"/>
                </a:lnTo>
                <a:lnTo>
                  <a:pt x="199262" y="160147"/>
                </a:lnTo>
                <a:lnTo>
                  <a:pt x="196723" y="162941"/>
                </a:lnTo>
                <a:lnTo>
                  <a:pt x="194183" y="165862"/>
                </a:lnTo>
                <a:lnTo>
                  <a:pt x="192912" y="169037"/>
                </a:lnTo>
                <a:lnTo>
                  <a:pt x="192912" y="176149"/>
                </a:lnTo>
                <a:lnTo>
                  <a:pt x="194183" y="179324"/>
                </a:lnTo>
                <a:lnTo>
                  <a:pt x="196723" y="182118"/>
                </a:lnTo>
                <a:lnTo>
                  <a:pt x="199262" y="184785"/>
                </a:lnTo>
                <a:lnTo>
                  <a:pt x="202565" y="186182"/>
                </a:lnTo>
                <a:lnTo>
                  <a:pt x="210693" y="186182"/>
                </a:lnTo>
                <a:lnTo>
                  <a:pt x="213994" y="184785"/>
                </a:lnTo>
                <a:lnTo>
                  <a:pt x="216535" y="182118"/>
                </a:lnTo>
                <a:lnTo>
                  <a:pt x="219075" y="179324"/>
                </a:lnTo>
                <a:lnTo>
                  <a:pt x="220344" y="176149"/>
                </a:lnTo>
                <a:lnTo>
                  <a:pt x="220344" y="169037"/>
                </a:lnTo>
                <a:lnTo>
                  <a:pt x="219075" y="165862"/>
                </a:lnTo>
                <a:lnTo>
                  <a:pt x="216535" y="162941"/>
                </a:lnTo>
                <a:lnTo>
                  <a:pt x="213994" y="160147"/>
                </a:lnTo>
                <a:lnTo>
                  <a:pt x="210693" y="158750"/>
                </a:lnTo>
                <a:close/>
              </a:path>
              <a:path w="596264" h="189864">
                <a:moveTo>
                  <a:pt x="368300" y="27178"/>
                </a:moveTo>
                <a:lnTo>
                  <a:pt x="350012" y="27178"/>
                </a:lnTo>
                <a:lnTo>
                  <a:pt x="350012" y="184785"/>
                </a:lnTo>
                <a:lnTo>
                  <a:pt x="368300" y="184785"/>
                </a:lnTo>
                <a:lnTo>
                  <a:pt x="368300" y="27178"/>
                </a:lnTo>
                <a:close/>
              </a:path>
              <a:path w="596264" h="189864">
                <a:moveTo>
                  <a:pt x="368300" y="4572"/>
                </a:moveTo>
                <a:lnTo>
                  <a:pt x="351917" y="4572"/>
                </a:lnTo>
                <a:lnTo>
                  <a:pt x="306069" y="42164"/>
                </a:lnTo>
                <a:lnTo>
                  <a:pt x="317373" y="54991"/>
                </a:lnTo>
                <a:lnTo>
                  <a:pt x="350012" y="27178"/>
                </a:lnTo>
                <a:lnTo>
                  <a:pt x="368300" y="27178"/>
                </a:lnTo>
                <a:lnTo>
                  <a:pt x="368300" y="4572"/>
                </a:lnTo>
                <a:close/>
              </a:path>
              <a:path w="596264" h="189864">
                <a:moveTo>
                  <a:pt x="536956" y="0"/>
                </a:moveTo>
                <a:lnTo>
                  <a:pt x="498236" y="17764"/>
                </a:lnTo>
                <a:lnTo>
                  <a:pt x="480682" y="60408"/>
                </a:lnTo>
                <a:lnTo>
                  <a:pt x="477900" y="94868"/>
                </a:lnTo>
                <a:lnTo>
                  <a:pt x="478032" y="101657"/>
                </a:lnTo>
                <a:lnTo>
                  <a:pt x="484473" y="145430"/>
                </a:lnTo>
                <a:lnTo>
                  <a:pt x="508508" y="181229"/>
                </a:lnTo>
                <a:lnTo>
                  <a:pt x="536956" y="189357"/>
                </a:lnTo>
                <a:lnTo>
                  <a:pt x="544984" y="188837"/>
                </a:lnTo>
                <a:lnTo>
                  <a:pt x="573442" y="173609"/>
                </a:lnTo>
                <a:lnTo>
                  <a:pt x="528955" y="173609"/>
                </a:lnTo>
                <a:lnTo>
                  <a:pt x="522350" y="171069"/>
                </a:lnTo>
                <a:lnTo>
                  <a:pt x="500681" y="135731"/>
                </a:lnTo>
                <a:lnTo>
                  <a:pt x="496631" y="103606"/>
                </a:lnTo>
                <a:lnTo>
                  <a:pt x="496633" y="86131"/>
                </a:lnTo>
                <a:lnTo>
                  <a:pt x="502453" y="47557"/>
                </a:lnTo>
                <a:lnTo>
                  <a:pt x="528955" y="15493"/>
                </a:lnTo>
                <a:lnTo>
                  <a:pt x="573045" y="15493"/>
                </a:lnTo>
                <a:lnTo>
                  <a:pt x="570378" y="12682"/>
                </a:lnTo>
                <a:lnTo>
                  <a:pt x="565023" y="8255"/>
                </a:lnTo>
                <a:lnTo>
                  <a:pt x="558994" y="4607"/>
                </a:lnTo>
                <a:lnTo>
                  <a:pt x="552323" y="2032"/>
                </a:lnTo>
                <a:lnTo>
                  <a:pt x="544984" y="504"/>
                </a:lnTo>
                <a:lnTo>
                  <a:pt x="536956" y="0"/>
                </a:lnTo>
                <a:close/>
              </a:path>
              <a:path w="596264" h="189864">
                <a:moveTo>
                  <a:pt x="573045" y="15493"/>
                </a:moveTo>
                <a:lnTo>
                  <a:pt x="544702" y="15493"/>
                </a:lnTo>
                <a:lnTo>
                  <a:pt x="551180" y="17907"/>
                </a:lnTo>
                <a:lnTo>
                  <a:pt x="556513" y="22860"/>
                </a:lnTo>
                <a:lnTo>
                  <a:pt x="574317" y="60408"/>
                </a:lnTo>
                <a:lnTo>
                  <a:pt x="577212" y="86131"/>
                </a:lnTo>
                <a:lnTo>
                  <a:pt x="577330" y="88134"/>
                </a:lnTo>
                <a:lnTo>
                  <a:pt x="577469" y="94868"/>
                </a:lnTo>
                <a:lnTo>
                  <a:pt x="577330" y="101657"/>
                </a:lnTo>
                <a:lnTo>
                  <a:pt x="576929" y="108505"/>
                </a:lnTo>
                <a:lnTo>
                  <a:pt x="568960" y="147701"/>
                </a:lnTo>
                <a:lnTo>
                  <a:pt x="544702" y="173609"/>
                </a:lnTo>
                <a:lnTo>
                  <a:pt x="573442" y="173609"/>
                </a:lnTo>
                <a:lnTo>
                  <a:pt x="591274" y="137654"/>
                </a:lnTo>
                <a:lnTo>
                  <a:pt x="595884" y="94868"/>
                </a:lnTo>
                <a:lnTo>
                  <a:pt x="595752" y="88134"/>
                </a:lnTo>
                <a:lnTo>
                  <a:pt x="595713" y="86131"/>
                </a:lnTo>
                <a:lnTo>
                  <a:pt x="589073" y="44132"/>
                </a:lnTo>
                <a:lnTo>
                  <a:pt x="575305" y="17907"/>
                </a:lnTo>
                <a:lnTo>
                  <a:pt x="575198" y="17764"/>
                </a:lnTo>
                <a:lnTo>
                  <a:pt x="573045" y="15493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8113" y="280708"/>
            <a:ext cx="5765927" cy="6129147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57EB466-33DA-83C3-938C-B5B49BC4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8D28F-61C7-425E-9D69-DDE66C3E28F0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3BE485A-CFC4-0BCC-FDE1-BD65694C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14792BC-11A7-7B56-622D-B5003308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CA73A7-EC78-8048-ACE1-6C2BD2185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507381"/>
            <a:ext cx="5661431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62289" y="534923"/>
            <a:ext cx="2978150" cy="2976880"/>
            <a:chOff x="8662289" y="534923"/>
            <a:chExt cx="2978150" cy="2976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8639" y="541273"/>
              <a:ext cx="1893938" cy="18927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7500" y="1080007"/>
              <a:ext cx="1893837" cy="18928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3875" y="586488"/>
              <a:ext cx="1006734" cy="10067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8639" y="559434"/>
              <a:ext cx="2971533" cy="29522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68639" y="541273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1737740" y="0"/>
                  </a:moveTo>
                  <a:lnTo>
                    <a:pt x="1370583" y="1370584"/>
                  </a:lnTo>
                </a:path>
                <a:path w="1737995" h="1737995">
                  <a:moveTo>
                    <a:pt x="1370583" y="1370584"/>
                  </a:moveTo>
                  <a:lnTo>
                    <a:pt x="0" y="173761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15756" y="588390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2714371" y="271424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07500" y="1080007"/>
              <a:ext cx="2276475" cy="2277110"/>
            </a:xfrm>
            <a:custGeom>
              <a:avLst/>
              <a:gdLst/>
              <a:ahLst/>
              <a:cxnLst/>
              <a:rect l="l" t="t" r="r" b="b"/>
              <a:pathLst>
                <a:path w="2276475" h="2277110">
                  <a:moveTo>
                    <a:pt x="1737614" y="0"/>
                  </a:moveTo>
                  <a:lnTo>
                    <a:pt x="1370583" y="1370711"/>
                  </a:lnTo>
                </a:path>
                <a:path w="2276475" h="2277110">
                  <a:moveTo>
                    <a:pt x="1370583" y="1370711"/>
                  </a:moveTo>
                  <a:lnTo>
                    <a:pt x="0" y="1737740"/>
                  </a:lnTo>
                </a:path>
                <a:path w="2276475" h="2277110">
                  <a:moveTo>
                    <a:pt x="2276475" y="538861"/>
                  </a:moveTo>
                  <a:lnTo>
                    <a:pt x="1909445" y="1909444"/>
                  </a:lnTo>
                </a:path>
                <a:path w="2276475" h="2277110">
                  <a:moveTo>
                    <a:pt x="1909445" y="1909444"/>
                  </a:moveTo>
                  <a:lnTo>
                    <a:pt x="538733" y="227660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885636" y="3487959"/>
            <a:ext cx="1757045" cy="1753870"/>
            <a:chOff x="9885636" y="3487959"/>
            <a:chExt cx="1757045" cy="1753870"/>
          </a:xfrm>
        </p:grpSpPr>
        <p:sp>
          <p:nvSpPr>
            <p:cNvPr id="11" name="object 11"/>
            <p:cNvSpPr/>
            <p:nvPr/>
          </p:nvSpPr>
          <p:spPr>
            <a:xfrm>
              <a:off x="9972294" y="3572256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1624838"/>
                  </a:moveTo>
                  <a:lnTo>
                    <a:pt x="64134" y="63246"/>
                  </a:lnTo>
                </a:path>
                <a:path w="1663700" h="1663064">
                  <a:moveTo>
                    <a:pt x="0" y="1245235"/>
                  </a:moveTo>
                  <a:lnTo>
                    <a:pt x="1245107" y="0"/>
                  </a:lnTo>
                </a:path>
                <a:path w="1663700" h="1663064">
                  <a:moveTo>
                    <a:pt x="1610995" y="622173"/>
                  </a:moveTo>
                  <a:lnTo>
                    <a:pt x="623061" y="622173"/>
                  </a:lnTo>
                  <a:lnTo>
                    <a:pt x="623061" y="1610106"/>
                  </a:lnTo>
                </a:path>
                <a:path w="1663700" h="1663064">
                  <a:moveTo>
                    <a:pt x="1663573" y="1056386"/>
                  </a:moveTo>
                  <a:lnTo>
                    <a:pt x="1057275" y="1056386"/>
                  </a:lnTo>
                  <a:lnTo>
                    <a:pt x="1057275" y="166268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85636" y="3487959"/>
              <a:ext cx="1754200" cy="174764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816590" y="5359400"/>
            <a:ext cx="819785" cy="940435"/>
            <a:chOff x="10816590" y="5359400"/>
            <a:chExt cx="819785" cy="94043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18875" y="5589193"/>
              <a:ext cx="317119" cy="710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78641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22395" y="5522595"/>
              <a:ext cx="503151" cy="50314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822940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256" y="0"/>
                  </a:moveTo>
                  <a:lnTo>
                    <a:pt x="0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42810" y="3487959"/>
            <a:ext cx="1757045" cy="1753870"/>
            <a:chOff x="542810" y="3487959"/>
            <a:chExt cx="1757045" cy="1753870"/>
          </a:xfrm>
        </p:grpSpPr>
        <p:sp>
          <p:nvSpPr>
            <p:cNvPr id="27" name="object 27"/>
            <p:cNvSpPr/>
            <p:nvPr/>
          </p:nvSpPr>
          <p:spPr>
            <a:xfrm>
              <a:off x="586981" y="3572256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38"/>
                  </a:moveTo>
                  <a:lnTo>
                    <a:pt x="1561604" y="63246"/>
                  </a:lnTo>
                </a:path>
                <a:path w="1626235" h="1624964">
                  <a:moveTo>
                    <a:pt x="1625866" y="1245235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160" y="4194429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33"/>
                  </a:lnTo>
                </a:path>
                <a:path w="1040765" h="1040764">
                  <a:moveTo>
                    <a:pt x="0" y="434213"/>
                  </a:moveTo>
                  <a:lnTo>
                    <a:pt x="606323" y="434213"/>
                  </a:lnTo>
                  <a:lnTo>
                    <a:pt x="606323" y="104051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5261" y="3487959"/>
              <a:ext cx="1754169" cy="1747647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49046" y="5359400"/>
            <a:ext cx="819785" cy="940435"/>
            <a:chOff x="549046" y="5359400"/>
            <a:chExt cx="819785" cy="940435"/>
          </a:xfrm>
        </p:grpSpPr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046" y="5589193"/>
              <a:ext cx="317157" cy="7106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6437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9575" y="5522595"/>
              <a:ext cx="503166" cy="5031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02843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0" y="0"/>
                  </a:moveTo>
                  <a:lnTo>
                    <a:pt x="659358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5825997" y="4377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5078095" y="3361690"/>
            <a:ext cx="2037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Looping</a:t>
            </a:r>
            <a:endParaRPr sz="4800"/>
          </a:p>
        </p:txBody>
      </p:sp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68498" y="4715764"/>
            <a:ext cx="7250430" cy="189484"/>
          </a:xfrm>
          <a:prstGeom prst="rect">
            <a:avLst/>
          </a:prstGeom>
        </p:spPr>
      </p:pic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0A7B094-DFE2-50BB-7CD6-D072A443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69D5-5EAA-4847-82C2-D6132B8F7129}" type="datetime1">
              <a:rPr lang="en-US" smtClean="0"/>
              <a:t>3/29/2026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4B9B483E-5A39-5875-1AD8-7D7DE88F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02EED4BA-0C1D-CD91-D7D0-8B8BF169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959D2CE-1CD2-6B88-51DA-BF96E33C50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542" y="1645386"/>
            <a:ext cx="9493035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6833" y="2414396"/>
            <a:ext cx="23920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“</a:t>
            </a:r>
            <a:r>
              <a:rPr sz="4800" spc="-200" dirty="0">
                <a:latin typeface="Times New Roman"/>
                <a:cs typeface="Times New Roman"/>
              </a:rPr>
              <a:t> </a:t>
            </a:r>
            <a:r>
              <a:rPr sz="4800" spc="-70" dirty="0">
                <a:latin typeface="Times New Roman"/>
                <a:cs typeface="Times New Roman"/>
              </a:rPr>
              <a:t>while</a:t>
            </a:r>
            <a:r>
              <a:rPr sz="4800" spc="-200" dirty="0">
                <a:latin typeface="Times New Roman"/>
                <a:cs typeface="Times New Roman"/>
              </a:rPr>
              <a:t> </a:t>
            </a:r>
            <a:r>
              <a:rPr sz="4800" spc="-50" dirty="0">
                <a:latin typeface="Times New Roman"/>
                <a:cs typeface="Times New Roman"/>
              </a:rPr>
              <a:t>”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spc="70" dirty="0">
                <a:latin typeface="Times New Roman"/>
                <a:cs typeface="Times New Roman"/>
              </a:rPr>
              <a:t>in</a:t>
            </a:r>
            <a:r>
              <a:rPr sz="4800" spc="-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Python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4139" y="4285615"/>
            <a:ext cx="3310890" cy="189865"/>
          </a:xfrm>
          <a:custGeom>
            <a:avLst/>
            <a:gdLst/>
            <a:ahLst/>
            <a:cxnLst/>
            <a:rect l="l" t="t" r="r" b="b"/>
            <a:pathLst>
              <a:path w="3310890" h="189864">
                <a:moveTo>
                  <a:pt x="18287" y="4572"/>
                </a:moveTo>
                <a:lnTo>
                  <a:pt x="0" y="4572"/>
                </a:lnTo>
                <a:lnTo>
                  <a:pt x="0" y="184785"/>
                </a:lnTo>
                <a:lnTo>
                  <a:pt x="102234" y="184785"/>
                </a:lnTo>
                <a:lnTo>
                  <a:pt x="102234" y="168402"/>
                </a:lnTo>
                <a:lnTo>
                  <a:pt x="18287" y="168402"/>
                </a:lnTo>
                <a:lnTo>
                  <a:pt x="18287" y="4572"/>
                </a:lnTo>
                <a:close/>
              </a:path>
              <a:path w="3310890" h="189864">
                <a:moveTo>
                  <a:pt x="244094" y="0"/>
                </a:moveTo>
                <a:lnTo>
                  <a:pt x="198594" y="10991"/>
                </a:lnTo>
                <a:lnTo>
                  <a:pt x="165862" y="40640"/>
                </a:lnTo>
                <a:lnTo>
                  <a:pt x="150798" y="84522"/>
                </a:lnTo>
                <a:lnTo>
                  <a:pt x="150368" y="94615"/>
                </a:lnTo>
                <a:lnTo>
                  <a:pt x="150701" y="102423"/>
                </a:lnTo>
                <a:lnTo>
                  <a:pt x="150798" y="104709"/>
                </a:lnTo>
                <a:lnTo>
                  <a:pt x="165862" y="148653"/>
                </a:lnTo>
                <a:lnTo>
                  <a:pt x="198594" y="178292"/>
                </a:lnTo>
                <a:lnTo>
                  <a:pt x="244094" y="189357"/>
                </a:lnTo>
                <a:lnTo>
                  <a:pt x="254000" y="188906"/>
                </a:lnTo>
                <a:lnTo>
                  <a:pt x="297545" y="173672"/>
                </a:lnTo>
                <a:lnTo>
                  <a:pt x="298318" y="173101"/>
                </a:lnTo>
                <a:lnTo>
                  <a:pt x="244094" y="173101"/>
                </a:lnTo>
                <a:lnTo>
                  <a:pt x="235713" y="172696"/>
                </a:lnTo>
                <a:lnTo>
                  <a:pt x="194601" y="154676"/>
                </a:lnTo>
                <a:lnTo>
                  <a:pt x="172438" y="117421"/>
                </a:lnTo>
                <a:lnTo>
                  <a:pt x="169544" y="94615"/>
                </a:lnTo>
                <a:lnTo>
                  <a:pt x="169874" y="86824"/>
                </a:lnTo>
                <a:lnTo>
                  <a:pt x="184912" y="45194"/>
                </a:lnTo>
                <a:lnTo>
                  <a:pt x="220144" y="19591"/>
                </a:lnTo>
                <a:lnTo>
                  <a:pt x="244094" y="16002"/>
                </a:lnTo>
                <a:lnTo>
                  <a:pt x="298127" y="16002"/>
                </a:lnTo>
                <a:lnTo>
                  <a:pt x="297545" y="15573"/>
                </a:lnTo>
                <a:lnTo>
                  <a:pt x="253999" y="432"/>
                </a:lnTo>
                <a:lnTo>
                  <a:pt x="244094" y="0"/>
                </a:lnTo>
                <a:close/>
              </a:path>
              <a:path w="3310890" h="189864">
                <a:moveTo>
                  <a:pt x="298127" y="16002"/>
                </a:moveTo>
                <a:lnTo>
                  <a:pt x="244094" y="16002"/>
                </a:lnTo>
                <a:lnTo>
                  <a:pt x="252618" y="16404"/>
                </a:lnTo>
                <a:lnTo>
                  <a:pt x="260667" y="17605"/>
                </a:lnTo>
                <a:lnTo>
                  <a:pt x="298958" y="39624"/>
                </a:lnTo>
                <a:lnTo>
                  <a:pt x="317404" y="79248"/>
                </a:lnTo>
                <a:lnTo>
                  <a:pt x="318642" y="94615"/>
                </a:lnTo>
                <a:lnTo>
                  <a:pt x="318333" y="102423"/>
                </a:lnTo>
                <a:lnTo>
                  <a:pt x="303510" y="144035"/>
                </a:lnTo>
                <a:lnTo>
                  <a:pt x="268239" y="169457"/>
                </a:lnTo>
                <a:lnTo>
                  <a:pt x="244094" y="173101"/>
                </a:lnTo>
                <a:lnTo>
                  <a:pt x="298318" y="173101"/>
                </a:lnTo>
                <a:lnTo>
                  <a:pt x="327028" y="140894"/>
                </a:lnTo>
                <a:lnTo>
                  <a:pt x="338073" y="94615"/>
                </a:lnTo>
                <a:lnTo>
                  <a:pt x="337726" y="86824"/>
                </a:lnTo>
                <a:lnTo>
                  <a:pt x="337623" y="84522"/>
                </a:lnTo>
                <a:lnTo>
                  <a:pt x="322453" y="40640"/>
                </a:lnTo>
                <a:lnTo>
                  <a:pt x="304702" y="20845"/>
                </a:lnTo>
                <a:lnTo>
                  <a:pt x="298127" y="16002"/>
                </a:lnTo>
                <a:close/>
              </a:path>
              <a:path w="3310890" h="189864">
                <a:moveTo>
                  <a:pt x="498602" y="0"/>
                </a:moveTo>
                <a:lnTo>
                  <a:pt x="453102" y="10991"/>
                </a:lnTo>
                <a:lnTo>
                  <a:pt x="420369" y="40640"/>
                </a:lnTo>
                <a:lnTo>
                  <a:pt x="405306" y="84522"/>
                </a:lnTo>
                <a:lnTo>
                  <a:pt x="404876" y="94615"/>
                </a:lnTo>
                <a:lnTo>
                  <a:pt x="405209" y="102423"/>
                </a:lnTo>
                <a:lnTo>
                  <a:pt x="405306" y="104709"/>
                </a:lnTo>
                <a:lnTo>
                  <a:pt x="420370" y="148653"/>
                </a:lnTo>
                <a:lnTo>
                  <a:pt x="453102" y="178292"/>
                </a:lnTo>
                <a:lnTo>
                  <a:pt x="498602" y="189357"/>
                </a:lnTo>
                <a:lnTo>
                  <a:pt x="508508" y="188906"/>
                </a:lnTo>
                <a:lnTo>
                  <a:pt x="552053" y="173672"/>
                </a:lnTo>
                <a:lnTo>
                  <a:pt x="552826" y="173101"/>
                </a:lnTo>
                <a:lnTo>
                  <a:pt x="498602" y="173101"/>
                </a:lnTo>
                <a:lnTo>
                  <a:pt x="490221" y="172696"/>
                </a:lnTo>
                <a:lnTo>
                  <a:pt x="449109" y="154676"/>
                </a:lnTo>
                <a:lnTo>
                  <a:pt x="426946" y="117421"/>
                </a:lnTo>
                <a:lnTo>
                  <a:pt x="424053" y="94615"/>
                </a:lnTo>
                <a:lnTo>
                  <a:pt x="424382" y="86824"/>
                </a:lnTo>
                <a:lnTo>
                  <a:pt x="439420" y="45194"/>
                </a:lnTo>
                <a:lnTo>
                  <a:pt x="474652" y="19591"/>
                </a:lnTo>
                <a:lnTo>
                  <a:pt x="498602" y="16002"/>
                </a:lnTo>
                <a:lnTo>
                  <a:pt x="552635" y="16002"/>
                </a:lnTo>
                <a:lnTo>
                  <a:pt x="552053" y="15573"/>
                </a:lnTo>
                <a:lnTo>
                  <a:pt x="508508" y="432"/>
                </a:lnTo>
                <a:lnTo>
                  <a:pt x="498602" y="0"/>
                </a:lnTo>
                <a:close/>
              </a:path>
              <a:path w="3310890" h="189864">
                <a:moveTo>
                  <a:pt x="552635" y="16002"/>
                </a:moveTo>
                <a:lnTo>
                  <a:pt x="498602" y="16002"/>
                </a:lnTo>
                <a:lnTo>
                  <a:pt x="507126" y="16404"/>
                </a:lnTo>
                <a:lnTo>
                  <a:pt x="515175" y="17605"/>
                </a:lnTo>
                <a:lnTo>
                  <a:pt x="553466" y="39624"/>
                </a:lnTo>
                <a:lnTo>
                  <a:pt x="571912" y="79248"/>
                </a:lnTo>
                <a:lnTo>
                  <a:pt x="573151" y="94615"/>
                </a:lnTo>
                <a:lnTo>
                  <a:pt x="572841" y="102423"/>
                </a:lnTo>
                <a:lnTo>
                  <a:pt x="558018" y="144035"/>
                </a:lnTo>
                <a:lnTo>
                  <a:pt x="522747" y="169457"/>
                </a:lnTo>
                <a:lnTo>
                  <a:pt x="498602" y="173101"/>
                </a:lnTo>
                <a:lnTo>
                  <a:pt x="552826" y="173101"/>
                </a:lnTo>
                <a:lnTo>
                  <a:pt x="581536" y="140894"/>
                </a:lnTo>
                <a:lnTo>
                  <a:pt x="592582" y="94615"/>
                </a:lnTo>
                <a:lnTo>
                  <a:pt x="592234" y="86824"/>
                </a:lnTo>
                <a:lnTo>
                  <a:pt x="581536" y="48406"/>
                </a:lnTo>
                <a:lnTo>
                  <a:pt x="559210" y="20845"/>
                </a:lnTo>
                <a:lnTo>
                  <a:pt x="552635" y="16002"/>
                </a:lnTo>
                <a:close/>
              </a:path>
              <a:path w="3310890" h="189864">
                <a:moveTo>
                  <a:pt x="729107" y="4572"/>
                </a:moveTo>
                <a:lnTo>
                  <a:pt x="669035" y="4572"/>
                </a:lnTo>
                <a:lnTo>
                  <a:pt x="669035" y="184785"/>
                </a:lnTo>
                <a:lnTo>
                  <a:pt x="687323" y="184785"/>
                </a:lnTo>
                <a:lnTo>
                  <a:pt x="687323" y="100965"/>
                </a:lnTo>
                <a:lnTo>
                  <a:pt x="728598" y="100965"/>
                </a:lnTo>
                <a:lnTo>
                  <a:pt x="736854" y="99949"/>
                </a:lnTo>
                <a:lnTo>
                  <a:pt x="751966" y="95885"/>
                </a:lnTo>
                <a:lnTo>
                  <a:pt x="758443" y="92837"/>
                </a:lnTo>
                <a:lnTo>
                  <a:pt x="768423" y="85471"/>
                </a:lnTo>
                <a:lnTo>
                  <a:pt x="687323" y="85471"/>
                </a:lnTo>
                <a:lnTo>
                  <a:pt x="687323" y="20320"/>
                </a:lnTo>
                <a:lnTo>
                  <a:pt x="769366" y="20320"/>
                </a:lnTo>
                <a:lnTo>
                  <a:pt x="764032" y="16383"/>
                </a:lnTo>
                <a:lnTo>
                  <a:pt x="758697" y="12318"/>
                </a:lnTo>
                <a:lnTo>
                  <a:pt x="752347" y="9398"/>
                </a:lnTo>
                <a:lnTo>
                  <a:pt x="744854" y="7493"/>
                </a:lnTo>
                <a:lnTo>
                  <a:pt x="737361" y="5461"/>
                </a:lnTo>
                <a:lnTo>
                  <a:pt x="729107" y="4572"/>
                </a:lnTo>
                <a:close/>
              </a:path>
              <a:path w="3310890" h="189864">
                <a:moveTo>
                  <a:pt x="769366" y="20320"/>
                </a:moveTo>
                <a:lnTo>
                  <a:pt x="718311" y="20320"/>
                </a:lnTo>
                <a:lnTo>
                  <a:pt x="728196" y="20798"/>
                </a:lnTo>
                <a:lnTo>
                  <a:pt x="736901" y="22240"/>
                </a:lnTo>
                <a:lnTo>
                  <a:pt x="762380" y="52578"/>
                </a:lnTo>
                <a:lnTo>
                  <a:pt x="761670" y="60176"/>
                </a:lnTo>
                <a:lnTo>
                  <a:pt x="728416" y="84962"/>
                </a:lnTo>
                <a:lnTo>
                  <a:pt x="718311" y="85471"/>
                </a:lnTo>
                <a:lnTo>
                  <a:pt x="768423" y="85471"/>
                </a:lnTo>
                <a:lnTo>
                  <a:pt x="769111" y="84962"/>
                </a:lnTo>
                <a:lnTo>
                  <a:pt x="773303" y="79883"/>
                </a:lnTo>
                <a:lnTo>
                  <a:pt x="776223" y="73914"/>
                </a:lnTo>
                <a:lnTo>
                  <a:pt x="779272" y="67818"/>
                </a:lnTo>
                <a:lnTo>
                  <a:pt x="780796" y="60706"/>
                </a:lnTo>
                <a:lnTo>
                  <a:pt x="780796" y="44450"/>
                </a:lnTo>
                <a:lnTo>
                  <a:pt x="779272" y="37465"/>
                </a:lnTo>
                <a:lnTo>
                  <a:pt x="776351" y="31368"/>
                </a:lnTo>
                <a:lnTo>
                  <a:pt x="773557" y="25273"/>
                </a:lnTo>
                <a:lnTo>
                  <a:pt x="769366" y="20320"/>
                </a:lnTo>
                <a:close/>
              </a:path>
              <a:path w="3310890" h="189864">
                <a:moveTo>
                  <a:pt x="873252" y="4572"/>
                </a:moveTo>
                <a:lnTo>
                  <a:pt x="854964" y="4572"/>
                </a:lnTo>
                <a:lnTo>
                  <a:pt x="854964" y="184785"/>
                </a:lnTo>
                <a:lnTo>
                  <a:pt x="873252" y="184785"/>
                </a:lnTo>
                <a:lnTo>
                  <a:pt x="873252" y="4572"/>
                </a:lnTo>
                <a:close/>
              </a:path>
              <a:path w="3310890" h="189864">
                <a:moveTo>
                  <a:pt x="981455" y="4572"/>
                </a:moveTo>
                <a:lnTo>
                  <a:pt x="958596" y="4572"/>
                </a:lnTo>
                <a:lnTo>
                  <a:pt x="958596" y="184785"/>
                </a:lnTo>
                <a:lnTo>
                  <a:pt x="976884" y="184785"/>
                </a:lnTo>
                <a:lnTo>
                  <a:pt x="976884" y="29718"/>
                </a:lnTo>
                <a:lnTo>
                  <a:pt x="998650" y="29718"/>
                </a:lnTo>
                <a:lnTo>
                  <a:pt x="981455" y="4572"/>
                </a:lnTo>
                <a:close/>
              </a:path>
              <a:path w="3310890" h="189864">
                <a:moveTo>
                  <a:pt x="998650" y="29718"/>
                </a:moveTo>
                <a:lnTo>
                  <a:pt x="977391" y="29718"/>
                </a:lnTo>
                <a:lnTo>
                  <a:pt x="1082293" y="184785"/>
                </a:lnTo>
                <a:lnTo>
                  <a:pt x="1105154" y="184785"/>
                </a:lnTo>
                <a:lnTo>
                  <a:pt x="1105154" y="157987"/>
                </a:lnTo>
                <a:lnTo>
                  <a:pt x="1086358" y="157987"/>
                </a:lnTo>
                <a:lnTo>
                  <a:pt x="998650" y="29718"/>
                </a:lnTo>
                <a:close/>
              </a:path>
              <a:path w="3310890" h="189864">
                <a:moveTo>
                  <a:pt x="1105154" y="4572"/>
                </a:moveTo>
                <a:lnTo>
                  <a:pt x="1086866" y="4572"/>
                </a:lnTo>
                <a:lnTo>
                  <a:pt x="1086866" y="157987"/>
                </a:lnTo>
                <a:lnTo>
                  <a:pt x="1105154" y="157987"/>
                </a:lnTo>
                <a:lnTo>
                  <a:pt x="1105154" y="4572"/>
                </a:lnTo>
                <a:close/>
              </a:path>
              <a:path w="3310890" h="189864">
                <a:moveTo>
                  <a:pt x="1275842" y="0"/>
                </a:moveTo>
                <a:lnTo>
                  <a:pt x="1230342" y="10991"/>
                </a:lnTo>
                <a:lnTo>
                  <a:pt x="1197610" y="40640"/>
                </a:lnTo>
                <a:lnTo>
                  <a:pt x="1182546" y="84522"/>
                </a:lnTo>
                <a:lnTo>
                  <a:pt x="1182116" y="94615"/>
                </a:lnTo>
                <a:lnTo>
                  <a:pt x="1182447" y="102423"/>
                </a:lnTo>
                <a:lnTo>
                  <a:pt x="1182544" y="104709"/>
                </a:lnTo>
                <a:lnTo>
                  <a:pt x="1197371" y="148653"/>
                </a:lnTo>
                <a:lnTo>
                  <a:pt x="1229891" y="178292"/>
                </a:lnTo>
                <a:lnTo>
                  <a:pt x="1275842" y="189357"/>
                </a:lnTo>
                <a:lnTo>
                  <a:pt x="1284986" y="189075"/>
                </a:lnTo>
                <a:lnTo>
                  <a:pt x="1327785" y="179530"/>
                </a:lnTo>
                <a:lnTo>
                  <a:pt x="1340822" y="173101"/>
                </a:lnTo>
                <a:lnTo>
                  <a:pt x="1276096" y="173101"/>
                </a:lnTo>
                <a:lnTo>
                  <a:pt x="1267715" y="172696"/>
                </a:lnTo>
                <a:lnTo>
                  <a:pt x="1226585" y="154676"/>
                </a:lnTo>
                <a:lnTo>
                  <a:pt x="1204239" y="117421"/>
                </a:lnTo>
                <a:lnTo>
                  <a:pt x="1201292" y="94615"/>
                </a:lnTo>
                <a:lnTo>
                  <a:pt x="1201624" y="86824"/>
                </a:lnTo>
                <a:lnTo>
                  <a:pt x="1216912" y="45194"/>
                </a:lnTo>
                <a:lnTo>
                  <a:pt x="1252146" y="19591"/>
                </a:lnTo>
                <a:lnTo>
                  <a:pt x="1276096" y="16002"/>
                </a:lnTo>
                <a:lnTo>
                  <a:pt x="1331308" y="16002"/>
                </a:lnTo>
                <a:lnTo>
                  <a:pt x="1328531" y="14001"/>
                </a:lnTo>
                <a:lnTo>
                  <a:pt x="1286741" y="432"/>
                </a:lnTo>
                <a:lnTo>
                  <a:pt x="1287642" y="432"/>
                </a:lnTo>
                <a:lnTo>
                  <a:pt x="1275842" y="0"/>
                </a:lnTo>
                <a:close/>
              </a:path>
              <a:path w="3310890" h="189864">
                <a:moveTo>
                  <a:pt x="1343152" y="90551"/>
                </a:moveTo>
                <a:lnTo>
                  <a:pt x="1282827" y="90551"/>
                </a:lnTo>
                <a:lnTo>
                  <a:pt x="1282827" y="106553"/>
                </a:lnTo>
                <a:lnTo>
                  <a:pt x="1324864" y="106553"/>
                </a:lnTo>
                <a:lnTo>
                  <a:pt x="1324864" y="161417"/>
                </a:lnTo>
                <a:lnTo>
                  <a:pt x="1283624" y="172888"/>
                </a:lnTo>
                <a:lnTo>
                  <a:pt x="1276096" y="173101"/>
                </a:lnTo>
                <a:lnTo>
                  <a:pt x="1340822" y="173101"/>
                </a:lnTo>
                <a:lnTo>
                  <a:pt x="1343152" y="171831"/>
                </a:lnTo>
                <a:lnTo>
                  <a:pt x="1343152" y="90551"/>
                </a:lnTo>
                <a:close/>
              </a:path>
              <a:path w="3310890" h="189864">
                <a:moveTo>
                  <a:pt x="1331308" y="16002"/>
                </a:moveTo>
                <a:lnTo>
                  <a:pt x="1276096" y="16002"/>
                </a:lnTo>
                <a:lnTo>
                  <a:pt x="1285968" y="16404"/>
                </a:lnTo>
                <a:lnTo>
                  <a:pt x="1284828" y="16404"/>
                </a:lnTo>
                <a:lnTo>
                  <a:pt x="1323409" y="32160"/>
                </a:lnTo>
                <a:lnTo>
                  <a:pt x="1328292" y="36830"/>
                </a:lnTo>
                <a:lnTo>
                  <a:pt x="1341120" y="24130"/>
                </a:lnTo>
                <a:lnTo>
                  <a:pt x="1335117" y="18744"/>
                </a:lnTo>
                <a:lnTo>
                  <a:pt x="1331308" y="16002"/>
                </a:lnTo>
                <a:close/>
              </a:path>
              <a:path w="3310890" h="189864">
                <a:moveTo>
                  <a:pt x="1524380" y="4572"/>
                </a:moveTo>
                <a:lnTo>
                  <a:pt x="1505077" y="4572"/>
                </a:lnTo>
                <a:lnTo>
                  <a:pt x="1558290" y="184785"/>
                </a:lnTo>
                <a:lnTo>
                  <a:pt x="1579753" y="184785"/>
                </a:lnTo>
                <a:lnTo>
                  <a:pt x="1587133" y="159512"/>
                </a:lnTo>
                <a:lnTo>
                  <a:pt x="1568958" y="159512"/>
                </a:lnTo>
                <a:lnTo>
                  <a:pt x="1524380" y="4572"/>
                </a:lnTo>
                <a:close/>
              </a:path>
              <a:path w="3310890" h="189864">
                <a:moveTo>
                  <a:pt x="1643785" y="29972"/>
                </a:moveTo>
                <a:lnTo>
                  <a:pt x="1625473" y="29972"/>
                </a:lnTo>
                <a:lnTo>
                  <a:pt x="1670812" y="184785"/>
                </a:lnTo>
                <a:lnTo>
                  <a:pt x="1692148" y="184785"/>
                </a:lnTo>
                <a:lnTo>
                  <a:pt x="1699610" y="159512"/>
                </a:lnTo>
                <a:lnTo>
                  <a:pt x="1681479" y="159512"/>
                </a:lnTo>
                <a:lnTo>
                  <a:pt x="1643785" y="29972"/>
                </a:lnTo>
                <a:close/>
              </a:path>
              <a:path w="3310890" h="189864">
                <a:moveTo>
                  <a:pt x="1636395" y="4572"/>
                </a:moveTo>
                <a:lnTo>
                  <a:pt x="1614551" y="4572"/>
                </a:lnTo>
                <a:lnTo>
                  <a:pt x="1569466" y="159512"/>
                </a:lnTo>
                <a:lnTo>
                  <a:pt x="1587133" y="159512"/>
                </a:lnTo>
                <a:lnTo>
                  <a:pt x="1624965" y="29972"/>
                </a:lnTo>
                <a:lnTo>
                  <a:pt x="1643785" y="29972"/>
                </a:lnTo>
                <a:lnTo>
                  <a:pt x="1636395" y="4572"/>
                </a:lnTo>
                <a:close/>
              </a:path>
              <a:path w="3310890" h="189864">
                <a:moveTo>
                  <a:pt x="1745361" y="4572"/>
                </a:moveTo>
                <a:lnTo>
                  <a:pt x="1725929" y="4572"/>
                </a:lnTo>
                <a:lnTo>
                  <a:pt x="1681988" y="159512"/>
                </a:lnTo>
                <a:lnTo>
                  <a:pt x="1699610" y="159512"/>
                </a:lnTo>
                <a:lnTo>
                  <a:pt x="1745361" y="4572"/>
                </a:lnTo>
                <a:close/>
              </a:path>
              <a:path w="3310890" h="189864">
                <a:moveTo>
                  <a:pt x="1828800" y="4572"/>
                </a:moveTo>
                <a:lnTo>
                  <a:pt x="1810512" y="4572"/>
                </a:lnTo>
                <a:lnTo>
                  <a:pt x="1810512" y="184785"/>
                </a:lnTo>
                <a:lnTo>
                  <a:pt x="1828800" y="184785"/>
                </a:lnTo>
                <a:lnTo>
                  <a:pt x="1828800" y="4572"/>
                </a:lnTo>
                <a:close/>
              </a:path>
              <a:path w="3310890" h="189864">
                <a:moveTo>
                  <a:pt x="1971802" y="20828"/>
                </a:moveTo>
                <a:lnTo>
                  <a:pt x="1953514" y="20828"/>
                </a:lnTo>
                <a:lnTo>
                  <a:pt x="1953514" y="184785"/>
                </a:lnTo>
                <a:lnTo>
                  <a:pt x="1971802" y="184785"/>
                </a:lnTo>
                <a:lnTo>
                  <a:pt x="1971802" y="20828"/>
                </a:lnTo>
                <a:close/>
              </a:path>
              <a:path w="3310890" h="189864">
                <a:moveTo>
                  <a:pt x="2032127" y="4572"/>
                </a:moveTo>
                <a:lnTo>
                  <a:pt x="1893315" y="4572"/>
                </a:lnTo>
                <a:lnTo>
                  <a:pt x="1893315" y="20828"/>
                </a:lnTo>
                <a:lnTo>
                  <a:pt x="2032127" y="20828"/>
                </a:lnTo>
                <a:lnTo>
                  <a:pt x="2032127" y="4572"/>
                </a:lnTo>
                <a:close/>
              </a:path>
              <a:path w="3310890" h="189864">
                <a:moveTo>
                  <a:pt x="2115312" y="4572"/>
                </a:moveTo>
                <a:lnTo>
                  <a:pt x="2097024" y="4572"/>
                </a:lnTo>
                <a:lnTo>
                  <a:pt x="2097024" y="184785"/>
                </a:lnTo>
                <a:lnTo>
                  <a:pt x="2115312" y="184785"/>
                </a:lnTo>
                <a:lnTo>
                  <a:pt x="2115312" y="99441"/>
                </a:lnTo>
                <a:lnTo>
                  <a:pt x="2231898" y="99441"/>
                </a:lnTo>
                <a:lnTo>
                  <a:pt x="2231898" y="82677"/>
                </a:lnTo>
                <a:lnTo>
                  <a:pt x="2115312" y="82677"/>
                </a:lnTo>
                <a:lnTo>
                  <a:pt x="2115312" y="4572"/>
                </a:lnTo>
                <a:close/>
              </a:path>
              <a:path w="3310890" h="189864">
                <a:moveTo>
                  <a:pt x="2231898" y="99441"/>
                </a:moveTo>
                <a:lnTo>
                  <a:pt x="2213483" y="99441"/>
                </a:lnTo>
                <a:lnTo>
                  <a:pt x="2213483" y="184785"/>
                </a:lnTo>
                <a:lnTo>
                  <a:pt x="2231898" y="184785"/>
                </a:lnTo>
                <a:lnTo>
                  <a:pt x="2231898" y="99441"/>
                </a:lnTo>
                <a:close/>
              </a:path>
              <a:path w="3310890" h="189864">
                <a:moveTo>
                  <a:pt x="2231898" y="4572"/>
                </a:moveTo>
                <a:lnTo>
                  <a:pt x="2213483" y="4572"/>
                </a:lnTo>
                <a:lnTo>
                  <a:pt x="2213483" y="82677"/>
                </a:lnTo>
                <a:lnTo>
                  <a:pt x="2231898" y="82677"/>
                </a:lnTo>
                <a:lnTo>
                  <a:pt x="2231898" y="4572"/>
                </a:lnTo>
                <a:close/>
              </a:path>
              <a:path w="3310890" h="189864">
                <a:moveTo>
                  <a:pt x="2417445" y="4572"/>
                </a:moveTo>
                <a:lnTo>
                  <a:pt x="2398141" y="4572"/>
                </a:lnTo>
                <a:lnTo>
                  <a:pt x="2451354" y="184785"/>
                </a:lnTo>
                <a:lnTo>
                  <a:pt x="2472817" y="184785"/>
                </a:lnTo>
                <a:lnTo>
                  <a:pt x="2480197" y="159512"/>
                </a:lnTo>
                <a:lnTo>
                  <a:pt x="2462022" y="159512"/>
                </a:lnTo>
                <a:lnTo>
                  <a:pt x="2417445" y="4572"/>
                </a:lnTo>
                <a:close/>
              </a:path>
              <a:path w="3310890" h="189864">
                <a:moveTo>
                  <a:pt x="2536849" y="29972"/>
                </a:moveTo>
                <a:lnTo>
                  <a:pt x="2518537" y="29972"/>
                </a:lnTo>
                <a:lnTo>
                  <a:pt x="2563876" y="184785"/>
                </a:lnTo>
                <a:lnTo>
                  <a:pt x="2585212" y="184785"/>
                </a:lnTo>
                <a:lnTo>
                  <a:pt x="2592674" y="159512"/>
                </a:lnTo>
                <a:lnTo>
                  <a:pt x="2574544" y="159512"/>
                </a:lnTo>
                <a:lnTo>
                  <a:pt x="2536849" y="29972"/>
                </a:lnTo>
                <a:close/>
              </a:path>
              <a:path w="3310890" h="189864">
                <a:moveTo>
                  <a:pt x="2529459" y="4572"/>
                </a:moveTo>
                <a:lnTo>
                  <a:pt x="2507615" y="4572"/>
                </a:lnTo>
                <a:lnTo>
                  <a:pt x="2462530" y="159512"/>
                </a:lnTo>
                <a:lnTo>
                  <a:pt x="2480197" y="159512"/>
                </a:lnTo>
                <a:lnTo>
                  <a:pt x="2518029" y="29972"/>
                </a:lnTo>
                <a:lnTo>
                  <a:pt x="2536849" y="29972"/>
                </a:lnTo>
                <a:lnTo>
                  <a:pt x="2529459" y="4572"/>
                </a:lnTo>
                <a:close/>
              </a:path>
              <a:path w="3310890" h="189864">
                <a:moveTo>
                  <a:pt x="2638425" y="4572"/>
                </a:moveTo>
                <a:lnTo>
                  <a:pt x="2618994" y="4572"/>
                </a:lnTo>
                <a:lnTo>
                  <a:pt x="2575052" y="159512"/>
                </a:lnTo>
                <a:lnTo>
                  <a:pt x="2592674" y="159512"/>
                </a:lnTo>
                <a:lnTo>
                  <a:pt x="2638425" y="4572"/>
                </a:lnTo>
                <a:close/>
              </a:path>
              <a:path w="3310890" h="189864">
                <a:moveTo>
                  <a:pt x="2721864" y="4572"/>
                </a:moveTo>
                <a:lnTo>
                  <a:pt x="2703576" y="4572"/>
                </a:lnTo>
                <a:lnTo>
                  <a:pt x="2703576" y="184785"/>
                </a:lnTo>
                <a:lnTo>
                  <a:pt x="2721864" y="184785"/>
                </a:lnTo>
                <a:lnTo>
                  <a:pt x="2721864" y="99441"/>
                </a:lnTo>
                <a:lnTo>
                  <a:pt x="2838450" y="99441"/>
                </a:lnTo>
                <a:lnTo>
                  <a:pt x="2838450" y="82677"/>
                </a:lnTo>
                <a:lnTo>
                  <a:pt x="2721864" y="82677"/>
                </a:lnTo>
                <a:lnTo>
                  <a:pt x="2721864" y="4572"/>
                </a:lnTo>
                <a:close/>
              </a:path>
              <a:path w="3310890" h="189864">
                <a:moveTo>
                  <a:pt x="2838450" y="99441"/>
                </a:moveTo>
                <a:lnTo>
                  <a:pt x="2820035" y="99441"/>
                </a:lnTo>
                <a:lnTo>
                  <a:pt x="2820035" y="184785"/>
                </a:lnTo>
                <a:lnTo>
                  <a:pt x="2838450" y="184785"/>
                </a:lnTo>
                <a:lnTo>
                  <a:pt x="2838450" y="99441"/>
                </a:lnTo>
                <a:close/>
              </a:path>
              <a:path w="3310890" h="189864">
                <a:moveTo>
                  <a:pt x="2838450" y="4572"/>
                </a:moveTo>
                <a:lnTo>
                  <a:pt x="2820035" y="4572"/>
                </a:lnTo>
                <a:lnTo>
                  <a:pt x="2820035" y="82677"/>
                </a:lnTo>
                <a:lnTo>
                  <a:pt x="2838450" y="82677"/>
                </a:lnTo>
                <a:lnTo>
                  <a:pt x="2838450" y="4572"/>
                </a:lnTo>
                <a:close/>
              </a:path>
              <a:path w="3310890" h="189864">
                <a:moveTo>
                  <a:pt x="2942844" y="4572"/>
                </a:moveTo>
                <a:lnTo>
                  <a:pt x="2924556" y="4572"/>
                </a:lnTo>
                <a:lnTo>
                  <a:pt x="2924556" y="184785"/>
                </a:lnTo>
                <a:lnTo>
                  <a:pt x="2942844" y="184785"/>
                </a:lnTo>
                <a:lnTo>
                  <a:pt x="2942844" y="4572"/>
                </a:lnTo>
                <a:close/>
              </a:path>
              <a:path w="3310890" h="189864">
                <a:moveTo>
                  <a:pt x="3046476" y="4572"/>
                </a:moveTo>
                <a:lnTo>
                  <a:pt x="3028188" y="4572"/>
                </a:lnTo>
                <a:lnTo>
                  <a:pt x="3028188" y="184785"/>
                </a:lnTo>
                <a:lnTo>
                  <a:pt x="3130423" y="184785"/>
                </a:lnTo>
                <a:lnTo>
                  <a:pt x="3130423" y="168402"/>
                </a:lnTo>
                <a:lnTo>
                  <a:pt x="3046476" y="168402"/>
                </a:lnTo>
                <a:lnTo>
                  <a:pt x="3046476" y="4572"/>
                </a:lnTo>
                <a:close/>
              </a:path>
              <a:path w="3310890" h="189864">
                <a:moveTo>
                  <a:pt x="3307588" y="4572"/>
                </a:moveTo>
                <a:lnTo>
                  <a:pt x="3195828" y="4572"/>
                </a:lnTo>
                <a:lnTo>
                  <a:pt x="3195828" y="184785"/>
                </a:lnTo>
                <a:lnTo>
                  <a:pt x="3310509" y="184785"/>
                </a:lnTo>
                <a:lnTo>
                  <a:pt x="3310509" y="168402"/>
                </a:lnTo>
                <a:lnTo>
                  <a:pt x="3214116" y="168402"/>
                </a:lnTo>
                <a:lnTo>
                  <a:pt x="3214116" y="98933"/>
                </a:lnTo>
                <a:lnTo>
                  <a:pt x="3301365" y="98933"/>
                </a:lnTo>
                <a:lnTo>
                  <a:pt x="3301365" y="82931"/>
                </a:lnTo>
                <a:lnTo>
                  <a:pt x="3214116" y="82931"/>
                </a:lnTo>
                <a:lnTo>
                  <a:pt x="3214116" y="20828"/>
                </a:lnTo>
                <a:lnTo>
                  <a:pt x="3307588" y="20828"/>
                </a:lnTo>
                <a:lnTo>
                  <a:pt x="3307588" y="4572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88454" y="1837817"/>
            <a:ext cx="2842895" cy="1530350"/>
          </a:xfrm>
          <a:custGeom>
            <a:avLst/>
            <a:gdLst/>
            <a:ahLst/>
            <a:cxnLst/>
            <a:rect l="l" t="t" r="r" b="b"/>
            <a:pathLst>
              <a:path w="2842895" h="1530350">
                <a:moveTo>
                  <a:pt x="0" y="765048"/>
                </a:moveTo>
                <a:lnTo>
                  <a:pt x="1421384" y="0"/>
                </a:lnTo>
                <a:lnTo>
                  <a:pt x="2842768" y="765048"/>
                </a:lnTo>
                <a:lnTo>
                  <a:pt x="1421384" y="1530096"/>
                </a:lnTo>
                <a:lnTo>
                  <a:pt x="0" y="765048"/>
                </a:lnTo>
                <a:close/>
              </a:path>
            </a:pathLst>
          </a:custGeom>
          <a:ln w="19050">
            <a:solidFill>
              <a:srgbClr val="8F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30971" y="2305558"/>
            <a:ext cx="1161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Expression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91730" y="4045458"/>
            <a:ext cx="2236470" cy="548640"/>
          </a:xfrm>
          <a:custGeom>
            <a:avLst/>
            <a:gdLst/>
            <a:ahLst/>
            <a:cxnLst/>
            <a:rect l="l" t="t" r="r" b="b"/>
            <a:pathLst>
              <a:path w="2236470" h="548639">
                <a:moveTo>
                  <a:pt x="0" y="548639"/>
                </a:moveTo>
                <a:lnTo>
                  <a:pt x="2236216" y="548639"/>
                </a:lnTo>
                <a:lnTo>
                  <a:pt x="2236216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9049">
            <a:solidFill>
              <a:srgbClr val="8F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88985" y="4160266"/>
            <a:ext cx="144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Tahoma"/>
                <a:cs typeface="Tahoma"/>
              </a:rPr>
              <a:t>Body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while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50329" y="1086357"/>
            <a:ext cx="1697989" cy="3242945"/>
          </a:xfrm>
          <a:custGeom>
            <a:avLst/>
            <a:gdLst/>
            <a:ahLst/>
            <a:cxnLst/>
            <a:rect l="l" t="t" r="r" b="b"/>
            <a:pathLst>
              <a:path w="1697990" h="3242945">
                <a:moveTo>
                  <a:pt x="541401" y="3223895"/>
                </a:moveTo>
                <a:lnTo>
                  <a:pt x="19050" y="3223895"/>
                </a:lnTo>
                <a:lnTo>
                  <a:pt x="19050" y="1526032"/>
                </a:lnTo>
                <a:lnTo>
                  <a:pt x="161925" y="1526032"/>
                </a:lnTo>
                <a:lnTo>
                  <a:pt x="161925" y="1554607"/>
                </a:lnTo>
                <a:lnTo>
                  <a:pt x="219075" y="1526032"/>
                </a:lnTo>
                <a:lnTo>
                  <a:pt x="238125" y="1516507"/>
                </a:lnTo>
                <a:lnTo>
                  <a:pt x="219075" y="1506982"/>
                </a:lnTo>
                <a:lnTo>
                  <a:pt x="161925" y="1478407"/>
                </a:lnTo>
                <a:lnTo>
                  <a:pt x="161925" y="1506982"/>
                </a:lnTo>
                <a:lnTo>
                  <a:pt x="4318" y="1506982"/>
                </a:lnTo>
                <a:lnTo>
                  <a:pt x="0" y="1511300"/>
                </a:lnTo>
                <a:lnTo>
                  <a:pt x="0" y="3238754"/>
                </a:lnTo>
                <a:lnTo>
                  <a:pt x="4318" y="3242945"/>
                </a:lnTo>
                <a:lnTo>
                  <a:pt x="541401" y="3242945"/>
                </a:lnTo>
                <a:lnTo>
                  <a:pt x="541401" y="3233420"/>
                </a:lnTo>
                <a:lnTo>
                  <a:pt x="541401" y="3223895"/>
                </a:lnTo>
                <a:close/>
              </a:path>
              <a:path w="1697990" h="3242945">
                <a:moveTo>
                  <a:pt x="1697609" y="2882900"/>
                </a:moveTo>
                <a:lnTo>
                  <a:pt x="1669034" y="2882900"/>
                </a:lnTo>
                <a:lnTo>
                  <a:pt x="1669034" y="2281555"/>
                </a:lnTo>
                <a:lnTo>
                  <a:pt x="1649984" y="2281555"/>
                </a:lnTo>
                <a:lnTo>
                  <a:pt x="1649984" y="2882900"/>
                </a:lnTo>
                <a:lnTo>
                  <a:pt x="1621409" y="2882900"/>
                </a:lnTo>
                <a:lnTo>
                  <a:pt x="1659509" y="2959100"/>
                </a:lnTo>
                <a:lnTo>
                  <a:pt x="1691259" y="2895600"/>
                </a:lnTo>
                <a:lnTo>
                  <a:pt x="1697609" y="2882900"/>
                </a:lnTo>
                <a:close/>
              </a:path>
              <a:path w="1697990" h="3242945">
                <a:moveTo>
                  <a:pt x="1697609" y="675259"/>
                </a:moveTo>
                <a:lnTo>
                  <a:pt x="1669034" y="675259"/>
                </a:lnTo>
                <a:lnTo>
                  <a:pt x="1669034" y="0"/>
                </a:lnTo>
                <a:lnTo>
                  <a:pt x="1649984" y="0"/>
                </a:lnTo>
                <a:lnTo>
                  <a:pt x="1649984" y="675259"/>
                </a:lnTo>
                <a:lnTo>
                  <a:pt x="1621409" y="675259"/>
                </a:lnTo>
                <a:lnTo>
                  <a:pt x="1659509" y="751459"/>
                </a:lnTo>
                <a:lnTo>
                  <a:pt x="1691259" y="687959"/>
                </a:lnTo>
                <a:lnTo>
                  <a:pt x="1697609" y="675259"/>
                </a:lnTo>
                <a:close/>
              </a:path>
            </a:pathLst>
          </a:custGeom>
          <a:solidFill>
            <a:srgbClr val="8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34396" y="2256535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88069" y="3360546"/>
            <a:ext cx="48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True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70214" y="2593339"/>
            <a:ext cx="1699260" cy="3178810"/>
          </a:xfrm>
          <a:custGeom>
            <a:avLst/>
            <a:gdLst/>
            <a:ahLst/>
            <a:cxnLst/>
            <a:rect l="l" t="t" r="r" b="b"/>
            <a:pathLst>
              <a:path w="1699259" h="3178810">
                <a:moveTo>
                  <a:pt x="28575" y="3102038"/>
                </a:moveTo>
                <a:lnTo>
                  <a:pt x="0" y="3102038"/>
                </a:lnTo>
                <a:lnTo>
                  <a:pt x="38100" y="3178238"/>
                </a:lnTo>
                <a:lnTo>
                  <a:pt x="69850" y="3114738"/>
                </a:lnTo>
                <a:lnTo>
                  <a:pt x="28575" y="3114738"/>
                </a:lnTo>
                <a:lnTo>
                  <a:pt x="28575" y="3102038"/>
                </a:lnTo>
                <a:close/>
              </a:path>
              <a:path w="1699259" h="3178810">
                <a:moveTo>
                  <a:pt x="1680082" y="2401443"/>
                </a:moveTo>
                <a:lnTo>
                  <a:pt x="32765" y="2401443"/>
                </a:lnTo>
                <a:lnTo>
                  <a:pt x="28575" y="2405634"/>
                </a:lnTo>
                <a:lnTo>
                  <a:pt x="28575" y="3114738"/>
                </a:lnTo>
                <a:lnTo>
                  <a:pt x="47625" y="3114738"/>
                </a:lnTo>
                <a:lnTo>
                  <a:pt x="47625" y="2420493"/>
                </a:lnTo>
                <a:lnTo>
                  <a:pt x="38100" y="2420493"/>
                </a:lnTo>
                <a:lnTo>
                  <a:pt x="47625" y="2410968"/>
                </a:lnTo>
                <a:lnTo>
                  <a:pt x="1680082" y="2410968"/>
                </a:lnTo>
                <a:lnTo>
                  <a:pt x="1680082" y="2401443"/>
                </a:lnTo>
                <a:close/>
              </a:path>
              <a:path w="1699259" h="3178810">
                <a:moveTo>
                  <a:pt x="76200" y="3102038"/>
                </a:moveTo>
                <a:lnTo>
                  <a:pt x="47625" y="3102038"/>
                </a:lnTo>
                <a:lnTo>
                  <a:pt x="47625" y="3114738"/>
                </a:lnTo>
                <a:lnTo>
                  <a:pt x="69850" y="3114738"/>
                </a:lnTo>
                <a:lnTo>
                  <a:pt x="76200" y="3102038"/>
                </a:lnTo>
                <a:close/>
              </a:path>
              <a:path w="1699259" h="3178810">
                <a:moveTo>
                  <a:pt x="47625" y="2410968"/>
                </a:moveTo>
                <a:lnTo>
                  <a:pt x="38100" y="2420493"/>
                </a:lnTo>
                <a:lnTo>
                  <a:pt x="47625" y="2420493"/>
                </a:lnTo>
                <a:lnTo>
                  <a:pt x="47625" y="2410968"/>
                </a:lnTo>
                <a:close/>
              </a:path>
              <a:path w="1699259" h="3178810">
                <a:moveTo>
                  <a:pt x="1699132" y="2401443"/>
                </a:moveTo>
                <a:lnTo>
                  <a:pt x="1689607" y="2401443"/>
                </a:lnTo>
                <a:lnTo>
                  <a:pt x="1680082" y="2410968"/>
                </a:lnTo>
                <a:lnTo>
                  <a:pt x="47625" y="2410968"/>
                </a:lnTo>
                <a:lnTo>
                  <a:pt x="47625" y="2420493"/>
                </a:lnTo>
                <a:lnTo>
                  <a:pt x="1694941" y="2420493"/>
                </a:lnTo>
                <a:lnTo>
                  <a:pt x="1699132" y="2416175"/>
                </a:lnTo>
                <a:lnTo>
                  <a:pt x="1699132" y="2401443"/>
                </a:lnTo>
                <a:close/>
              </a:path>
              <a:path w="1699259" h="3178810">
                <a:moveTo>
                  <a:pt x="1680082" y="9525"/>
                </a:moveTo>
                <a:lnTo>
                  <a:pt x="1680082" y="2410968"/>
                </a:lnTo>
                <a:lnTo>
                  <a:pt x="1689607" y="2401443"/>
                </a:lnTo>
                <a:lnTo>
                  <a:pt x="1699132" y="2401443"/>
                </a:lnTo>
                <a:lnTo>
                  <a:pt x="1699132" y="19050"/>
                </a:lnTo>
                <a:lnTo>
                  <a:pt x="1689607" y="19050"/>
                </a:lnTo>
                <a:lnTo>
                  <a:pt x="1680082" y="9525"/>
                </a:lnTo>
                <a:close/>
              </a:path>
              <a:path w="1699259" h="3178810">
                <a:moveTo>
                  <a:pt x="1694941" y="0"/>
                </a:moveTo>
                <a:lnTo>
                  <a:pt x="1461007" y="0"/>
                </a:lnTo>
                <a:lnTo>
                  <a:pt x="1461007" y="19050"/>
                </a:lnTo>
                <a:lnTo>
                  <a:pt x="1680082" y="19050"/>
                </a:lnTo>
                <a:lnTo>
                  <a:pt x="1680082" y="9525"/>
                </a:lnTo>
                <a:lnTo>
                  <a:pt x="1699132" y="9525"/>
                </a:lnTo>
                <a:lnTo>
                  <a:pt x="1699132" y="4318"/>
                </a:lnTo>
                <a:lnTo>
                  <a:pt x="1694941" y="0"/>
                </a:lnTo>
                <a:close/>
              </a:path>
              <a:path w="1699259" h="3178810">
                <a:moveTo>
                  <a:pt x="1699132" y="9525"/>
                </a:moveTo>
                <a:lnTo>
                  <a:pt x="1680082" y="9525"/>
                </a:lnTo>
                <a:lnTo>
                  <a:pt x="1689607" y="19050"/>
                </a:lnTo>
                <a:lnTo>
                  <a:pt x="1699132" y="19050"/>
                </a:lnTo>
                <a:lnTo>
                  <a:pt x="1699132" y="9525"/>
                </a:lnTo>
                <a:close/>
              </a:path>
            </a:pathLst>
          </a:custGeom>
          <a:solidFill>
            <a:srgbClr val="8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D2A0896-1706-A48D-958B-FBC65693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4E4E-C29C-413D-BC71-9E5A69DA69F6}" type="datetime1">
              <a:rPr lang="en-US" smtClean="0"/>
              <a:t>3/29/2026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2FC891E-D6FD-9DB6-3B5A-EA9BA9BD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07AC741-799D-D539-63A8-04F3B95F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2494279" y="225679"/>
            <a:ext cx="1122680" cy="776605"/>
            <a:chOff x="2494279" y="225679"/>
            <a:chExt cx="1122680" cy="7766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0090" y="493268"/>
              <a:ext cx="503151" cy="5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00629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763778" y="0"/>
                  </a:moveTo>
                  <a:lnTo>
                    <a:pt x="0" y="7637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7579" y="493268"/>
              <a:ext cx="503103" cy="5031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46450" y="232029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5">
                  <a:moveTo>
                    <a:pt x="0" y="0"/>
                  </a:moveTo>
                  <a:lnTo>
                    <a:pt x="763651" y="763778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846833" y="2414396"/>
            <a:ext cx="23920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“</a:t>
            </a:r>
            <a:r>
              <a:rPr sz="4800" spc="-200" dirty="0"/>
              <a:t> </a:t>
            </a:r>
            <a:r>
              <a:rPr sz="4800" spc="-70" dirty="0"/>
              <a:t>while</a:t>
            </a:r>
            <a:r>
              <a:rPr sz="4800" spc="-200" dirty="0"/>
              <a:t> </a:t>
            </a:r>
            <a:r>
              <a:rPr sz="4800" spc="-50" dirty="0"/>
              <a:t>”</a:t>
            </a:r>
            <a:endParaRPr sz="4800"/>
          </a:p>
          <a:p>
            <a:pPr marL="12700">
              <a:lnSpc>
                <a:spcPct val="100000"/>
              </a:lnSpc>
            </a:pPr>
            <a:r>
              <a:rPr sz="4800" spc="70" dirty="0"/>
              <a:t>in</a:t>
            </a:r>
            <a:r>
              <a:rPr sz="4800" spc="-5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14" name="object 14"/>
          <p:cNvSpPr/>
          <p:nvPr/>
        </p:nvSpPr>
        <p:spPr>
          <a:xfrm>
            <a:off x="1374139" y="4285615"/>
            <a:ext cx="3310890" cy="189865"/>
          </a:xfrm>
          <a:custGeom>
            <a:avLst/>
            <a:gdLst/>
            <a:ahLst/>
            <a:cxnLst/>
            <a:rect l="l" t="t" r="r" b="b"/>
            <a:pathLst>
              <a:path w="3310890" h="189864">
                <a:moveTo>
                  <a:pt x="18287" y="4572"/>
                </a:moveTo>
                <a:lnTo>
                  <a:pt x="0" y="4572"/>
                </a:lnTo>
                <a:lnTo>
                  <a:pt x="0" y="184785"/>
                </a:lnTo>
                <a:lnTo>
                  <a:pt x="102234" y="184785"/>
                </a:lnTo>
                <a:lnTo>
                  <a:pt x="102234" y="168402"/>
                </a:lnTo>
                <a:lnTo>
                  <a:pt x="18287" y="168402"/>
                </a:lnTo>
                <a:lnTo>
                  <a:pt x="18287" y="4572"/>
                </a:lnTo>
                <a:close/>
              </a:path>
              <a:path w="3310890" h="189864">
                <a:moveTo>
                  <a:pt x="244094" y="0"/>
                </a:moveTo>
                <a:lnTo>
                  <a:pt x="198594" y="10991"/>
                </a:lnTo>
                <a:lnTo>
                  <a:pt x="165862" y="40640"/>
                </a:lnTo>
                <a:lnTo>
                  <a:pt x="150798" y="84522"/>
                </a:lnTo>
                <a:lnTo>
                  <a:pt x="150368" y="94615"/>
                </a:lnTo>
                <a:lnTo>
                  <a:pt x="150701" y="102423"/>
                </a:lnTo>
                <a:lnTo>
                  <a:pt x="150798" y="104709"/>
                </a:lnTo>
                <a:lnTo>
                  <a:pt x="165862" y="148653"/>
                </a:lnTo>
                <a:lnTo>
                  <a:pt x="198594" y="178292"/>
                </a:lnTo>
                <a:lnTo>
                  <a:pt x="244094" y="189357"/>
                </a:lnTo>
                <a:lnTo>
                  <a:pt x="254000" y="188906"/>
                </a:lnTo>
                <a:lnTo>
                  <a:pt x="297545" y="173672"/>
                </a:lnTo>
                <a:lnTo>
                  <a:pt x="298318" y="173101"/>
                </a:lnTo>
                <a:lnTo>
                  <a:pt x="244094" y="173101"/>
                </a:lnTo>
                <a:lnTo>
                  <a:pt x="235713" y="172696"/>
                </a:lnTo>
                <a:lnTo>
                  <a:pt x="194601" y="154676"/>
                </a:lnTo>
                <a:lnTo>
                  <a:pt x="172438" y="117421"/>
                </a:lnTo>
                <a:lnTo>
                  <a:pt x="169544" y="94615"/>
                </a:lnTo>
                <a:lnTo>
                  <a:pt x="169874" y="86824"/>
                </a:lnTo>
                <a:lnTo>
                  <a:pt x="184912" y="45194"/>
                </a:lnTo>
                <a:lnTo>
                  <a:pt x="220144" y="19591"/>
                </a:lnTo>
                <a:lnTo>
                  <a:pt x="244094" y="16002"/>
                </a:lnTo>
                <a:lnTo>
                  <a:pt x="298127" y="16002"/>
                </a:lnTo>
                <a:lnTo>
                  <a:pt x="297545" y="15573"/>
                </a:lnTo>
                <a:lnTo>
                  <a:pt x="253999" y="432"/>
                </a:lnTo>
                <a:lnTo>
                  <a:pt x="244094" y="0"/>
                </a:lnTo>
                <a:close/>
              </a:path>
              <a:path w="3310890" h="189864">
                <a:moveTo>
                  <a:pt x="298127" y="16002"/>
                </a:moveTo>
                <a:lnTo>
                  <a:pt x="244094" y="16002"/>
                </a:lnTo>
                <a:lnTo>
                  <a:pt x="252618" y="16404"/>
                </a:lnTo>
                <a:lnTo>
                  <a:pt x="260667" y="17605"/>
                </a:lnTo>
                <a:lnTo>
                  <a:pt x="298958" y="39624"/>
                </a:lnTo>
                <a:lnTo>
                  <a:pt x="317404" y="79248"/>
                </a:lnTo>
                <a:lnTo>
                  <a:pt x="318642" y="94615"/>
                </a:lnTo>
                <a:lnTo>
                  <a:pt x="318333" y="102423"/>
                </a:lnTo>
                <a:lnTo>
                  <a:pt x="303510" y="144035"/>
                </a:lnTo>
                <a:lnTo>
                  <a:pt x="268239" y="169457"/>
                </a:lnTo>
                <a:lnTo>
                  <a:pt x="244094" y="173101"/>
                </a:lnTo>
                <a:lnTo>
                  <a:pt x="298318" y="173101"/>
                </a:lnTo>
                <a:lnTo>
                  <a:pt x="327028" y="140894"/>
                </a:lnTo>
                <a:lnTo>
                  <a:pt x="338073" y="94615"/>
                </a:lnTo>
                <a:lnTo>
                  <a:pt x="337726" y="86824"/>
                </a:lnTo>
                <a:lnTo>
                  <a:pt x="337623" y="84522"/>
                </a:lnTo>
                <a:lnTo>
                  <a:pt x="322453" y="40640"/>
                </a:lnTo>
                <a:lnTo>
                  <a:pt x="304702" y="20845"/>
                </a:lnTo>
                <a:lnTo>
                  <a:pt x="298127" y="16002"/>
                </a:lnTo>
                <a:close/>
              </a:path>
              <a:path w="3310890" h="189864">
                <a:moveTo>
                  <a:pt x="498602" y="0"/>
                </a:moveTo>
                <a:lnTo>
                  <a:pt x="453102" y="10991"/>
                </a:lnTo>
                <a:lnTo>
                  <a:pt x="420369" y="40640"/>
                </a:lnTo>
                <a:lnTo>
                  <a:pt x="405306" y="84522"/>
                </a:lnTo>
                <a:lnTo>
                  <a:pt x="404876" y="94615"/>
                </a:lnTo>
                <a:lnTo>
                  <a:pt x="405209" y="102423"/>
                </a:lnTo>
                <a:lnTo>
                  <a:pt x="405306" y="104709"/>
                </a:lnTo>
                <a:lnTo>
                  <a:pt x="420370" y="148653"/>
                </a:lnTo>
                <a:lnTo>
                  <a:pt x="453102" y="178292"/>
                </a:lnTo>
                <a:lnTo>
                  <a:pt x="498602" y="189357"/>
                </a:lnTo>
                <a:lnTo>
                  <a:pt x="508508" y="188906"/>
                </a:lnTo>
                <a:lnTo>
                  <a:pt x="552053" y="173672"/>
                </a:lnTo>
                <a:lnTo>
                  <a:pt x="552826" y="173101"/>
                </a:lnTo>
                <a:lnTo>
                  <a:pt x="498602" y="173101"/>
                </a:lnTo>
                <a:lnTo>
                  <a:pt x="490221" y="172696"/>
                </a:lnTo>
                <a:lnTo>
                  <a:pt x="449109" y="154676"/>
                </a:lnTo>
                <a:lnTo>
                  <a:pt x="426946" y="117421"/>
                </a:lnTo>
                <a:lnTo>
                  <a:pt x="424053" y="94615"/>
                </a:lnTo>
                <a:lnTo>
                  <a:pt x="424382" y="86824"/>
                </a:lnTo>
                <a:lnTo>
                  <a:pt x="439420" y="45194"/>
                </a:lnTo>
                <a:lnTo>
                  <a:pt x="474652" y="19591"/>
                </a:lnTo>
                <a:lnTo>
                  <a:pt x="498602" y="16002"/>
                </a:lnTo>
                <a:lnTo>
                  <a:pt x="552635" y="16002"/>
                </a:lnTo>
                <a:lnTo>
                  <a:pt x="552053" y="15573"/>
                </a:lnTo>
                <a:lnTo>
                  <a:pt x="508508" y="432"/>
                </a:lnTo>
                <a:lnTo>
                  <a:pt x="498602" y="0"/>
                </a:lnTo>
                <a:close/>
              </a:path>
              <a:path w="3310890" h="189864">
                <a:moveTo>
                  <a:pt x="552635" y="16002"/>
                </a:moveTo>
                <a:lnTo>
                  <a:pt x="498602" y="16002"/>
                </a:lnTo>
                <a:lnTo>
                  <a:pt x="507126" y="16404"/>
                </a:lnTo>
                <a:lnTo>
                  <a:pt x="515175" y="17605"/>
                </a:lnTo>
                <a:lnTo>
                  <a:pt x="553466" y="39624"/>
                </a:lnTo>
                <a:lnTo>
                  <a:pt x="571912" y="79248"/>
                </a:lnTo>
                <a:lnTo>
                  <a:pt x="573151" y="94615"/>
                </a:lnTo>
                <a:lnTo>
                  <a:pt x="572841" y="102423"/>
                </a:lnTo>
                <a:lnTo>
                  <a:pt x="558018" y="144035"/>
                </a:lnTo>
                <a:lnTo>
                  <a:pt x="522747" y="169457"/>
                </a:lnTo>
                <a:lnTo>
                  <a:pt x="498602" y="173101"/>
                </a:lnTo>
                <a:lnTo>
                  <a:pt x="552826" y="173101"/>
                </a:lnTo>
                <a:lnTo>
                  <a:pt x="581536" y="140894"/>
                </a:lnTo>
                <a:lnTo>
                  <a:pt x="592582" y="94615"/>
                </a:lnTo>
                <a:lnTo>
                  <a:pt x="592234" y="86824"/>
                </a:lnTo>
                <a:lnTo>
                  <a:pt x="581536" y="48406"/>
                </a:lnTo>
                <a:lnTo>
                  <a:pt x="559210" y="20845"/>
                </a:lnTo>
                <a:lnTo>
                  <a:pt x="552635" y="16002"/>
                </a:lnTo>
                <a:close/>
              </a:path>
              <a:path w="3310890" h="189864">
                <a:moveTo>
                  <a:pt x="729107" y="4572"/>
                </a:moveTo>
                <a:lnTo>
                  <a:pt x="669035" y="4572"/>
                </a:lnTo>
                <a:lnTo>
                  <a:pt x="669035" y="184785"/>
                </a:lnTo>
                <a:lnTo>
                  <a:pt x="687323" y="184785"/>
                </a:lnTo>
                <a:lnTo>
                  <a:pt x="687323" y="100965"/>
                </a:lnTo>
                <a:lnTo>
                  <a:pt x="728598" y="100965"/>
                </a:lnTo>
                <a:lnTo>
                  <a:pt x="736854" y="99949"/>
                </a:lnTo>
                <a:lnTo>
                  <a:pt x="751966" y="95885"/>
                </a:lnTo>
                <a:lnTo>
                  <a:pt x="758443" y="92837"/>
                </a:lnTo>
                <a:lnTo>
                  <a:pt x="768423" y="85471"/>
                </a:lnTo>
                <a:lnTo>
                  <a:pt x="687323" y="85471"/>
                </a:lnTo>
                <a:lnTo>
                  <a:pt x="687323" y="20320"/>
                </a:lnTo>
                <a:lnTo>
                  <a:pt x="769366" y="20320"/>
                </a:lnTo>
                <a:lnTo>
                  <a:pt x="764032" y="16383"/>
                </a:lnTo>
                <a:lnTo>
                  <a:pt x="758697" y="12318"/>
                </a:lnTo>
                <a:lnTo>
                  <a:pt x="752347" y="9398"/>
                </a:lnTo>
                <a:lnTo>
                  <a:pt x="744854" y="7493"/>
                </a:lnTo>
                <a:lnTo>
                  <a:pt x="737361" y="5461"/>
                </a:lnTo>
                <a:lnTo>
                  <a:pt x="729107" y="4572"/>
                </a:lnTo>
                <a:close/>
              </a:path>
              <a:path w="3310890" h="189864">
                <a:moveTo>
                  <a:pt x="769366" y="20320"/>
                </a:moveTo>
                <a:lnTo>
                  <a:pt x="718311" y="20320"/>
                </a:lnTo>
                <a:lnTo>
                  <a:pt x="728196" y="20798"/>
                </a:lnTo>
                <a:lnTo>
                  <a:pt x="736901" y="22240"/>
                </a:lnTo>
                <a:lnTo>
                  <a:pt x="762380" y="52578"/>
                </a:lnTo>
                <a:lnTo>
                  <a:pt x="761670" y="60176"/>
                </a:lnTo>
                <a:lnTo>
                  <a:pt x="728416" y="84962"/>
                </a:lnTo>
                <a:lnTo>
                  <a:pt x="718311" y="85471"/>
                </a:lnTo>
                <a:lnTo>
                  <a:pt x="768423" y="85471"/>
                </a:lnTo>
                <a:lnTo>
                  <a:pt x="769111" y="84962"/>
                </a:lnTo>
                <a:lnTo>
                  <a:pt x="773303" y="79883"/>
                </a:lnTo>
                <a:lnTo>
                  <a:pt x="776223" y="73914"/>
                </a:lnTo>
                <a:lnTo>
                  <a:pt x="779272" y="67818"/>
                </a:lnTo>
                <a:lnTo>
                  <a:pt x="780796" y="60706"/>
                </a:lnTo>
                <a:lnTo>
                  <a:pt x="780796" y="44450"/>
                </a:lnTo>
                <a:lnTo>
                  <a:pt x="779272" y="37465"/>
                </a:lnTo>
                <a:lnTo>
                  <a:pt x="776351" y="31368"/>
                </a:lnTo>
                <a:lnTo>
                  <a:pt x="773557" y="25273"/>
                </a:lnTo>
                <a:lnTo>
                  <a:pt x="769366" y="20320"/>
                </a:lnTo>
                <a:close/>
              </a:path>
              <a:path w="3310890" h="189864">
                <a:moveTo>
                  <a:pt x="873252" y="4572"/>
                </a:moveTo>
                <a:lnTo>
                  <a:pt x="854964" y="4572"/>
                </a:lnTo>
                <a:lnTo>
                  <a:pt x="854964" y="184785"/>
                </a:lnTo>
                <a:lnTo>
                  <a:pt x="873252" y="184785"/>
                </a:lnTo>
                <a:lnTo>
                  <a:pt x="873252" y="4572"/>
                </a:lnTo>
                <a:close/>
              </a:path>
              <a:path w="3310890" h="189864">
                <a:moveTo>
                  <a:pt x="981455" y="4572"/>
                </a:moveTo>
                <a:lnTo>
                  <a:pt x="958596" y="4572"/>
                </a:lnTo>
                <a:lnTo>
                  <a:pt x="958596" y="184785"/>
                </a:lnTo>
                <a:lnTo>
                  <a:pt x="976884" y="184785"/>
                </a:lnTo>
                <a:lnTo>
                  <a:pt x="976884" y="29718"/>
                </a:lnTo>
                <a:lnTo>
                  <a:pt x="998650" y="29718"/>
                </a:lnTo>
                <a:lnTo>
                  <a:pt x="981455" y="4572"/>
                </a:lnTo>
                <a:close/>
              </a:path>
              <a:path w="3310890" h="189864">
                <a:moveTo>
                  <a:pt x="998650" y="29718"/>
                </a:moveTo>
                <a:lnTo>
                  <a:pt x="977391" y="29718"/>
                </a:lnTo>
                <a:lnTo>
                  <a:pt x="1082293" y="184785"/>
                </a:lnTo>
                <a:lnTo>
                  <a:pt x="1105154" y="184785"/>
                </a:lnTo>
                <a:lnTo>
                  <a:pt x="1105154" y="157987"/>
                </a:lnTo>
                <a:lnTo>
                  <a:pt x="1086358" y="157987"/>
                </a:lnTo>
                <a:lnTo>
                  <a:pt x="998650" y="29718"/>
                </a:lnTo>
                <a:close/>
              </a:path>
              <a:path w="3310890" h="189864">
                <a:moveTo>
                  <a:pt x="1105154" y="4572"/>
                </a:moveTo>
                <a:lnTo>
                  <a:pt x="1086866" y="4572"/>
                </a:lnTo>
                <a:lnTo>
                  <a:pt x="1086866" y="157987"/>
                </a:lnTo>
                <a:lnTo>
                  <a:pt x="1105154" y="157987"/>
                </a:lnTo>
                <a:lnTo>
                  <a:pt x="1105154" y="4572"/>
                </a:lnTo>
                <a:close/>
              </a:path>
              <a:path w="3310890" h="189864">
                <a:moveTo>
                  <a:pt x="1275842" y="0"/>
                </a:moveTo>
                <a:lnTo>
                  <a:pt x="1230342" y="10991"/>
                </a:lnTo>
                <a:lnTo>
                  <a:pt x="1197610" y="40640"/>
                </a:lnTo>
                <a:lnTo>
                  <a:pt x="1182546" y="84522"/>
                </a:lnTo>
                <a:lnTo>
                  <a:pt x="1182116" y="94615"/>
                </a:lnTo>
                <a:lnTo>
                  <a:pt x="1182447" y="102423"/>
                </a:lnTo>
                <a:lnTo>
                  <a:pt x="1182544" y="104709"/>
                </a:lnTo>
                <a:lnTo>
                  <a:pt x="1197371" y="148653"/>
                </a:lnTo>
                <a:lnTo>
                  <a:pt x="1229891" y="178292"/>
                </a:lnTo>
                <a:lnTo>
                  <a:pt x="1275842" y="189357"/>
                </a:lnTo>
                <a:lnTo>
                  <a:pt x="1284986" y="189075"/>
                </a:lnTo>
                <a:lnTo>
                  <a:pt x="1327785" y="179530"/>
                </a:lnTo>
                <a:lnTo>
                  <a:pt x="1340822" y="173101"/>
                </a:lnTo>
                <a:lnTo>
                  <a:pt x="1276096" y="173101"/>
                </a:lnTo>
                <a:lnTo>
                  <a:pt x="1267715" y="172696"/>
                </a:lnTo>
                <a:lnTo>
                  <a:pt x="1226585" y="154676"/>
                </a:lnTo>
                <a:lnTo>
                  <a:pt x="1204239" y="117421"/>
                </a:lnTo>
                <a:lnTo>
                  <a:pt x="1201292" y="94615"/>
                </a:lnTo>
                <a:lnTo>
                  <a:pt x="1201624" y="86824"/>
                </a:lnTo>
                <a:lnTo>
                  <a:pt x="1216912" y="45194"/>
                </a:lnTo>
                <a:lnTo>
                  <a:pt x="1252146" y="19591"/>
                </a:lnTo>
                <a:lnTo>
                  <a:pt x="1276096" y="16002"/>
                </a:lnTo>
                <a:lnTo>
                  <a:pt x="1331308" y="16002"/>
                </a:lnTo>
                <a:lnTo>
                  <a:pt x="1328531" y="14001"/>
                </a:lnTo>
                <a:lnTo>
                  <a:pt x="1286741" y="432"/>
                </a:lnTo>
                <a:lnTo>
                  <a:pt x="1287642" y="432"/>
                </a:lnTo>
                <a:lnTo>
                  <a:pt x="1275842" y="0"/>
                </a:lnTo>
                <a:close/>
              </a:path>
              <a:path w="3310890" h="189864">
                <a:moveTo>
                  <a:pt x="1343152" y="90551"/>
                </a:moveTo>
                <a:lnTo>
                  <a:pt x="1282827" y="90551"/>
                </a:lnTo>
                <a:lnTo>
                  <a:pt x="1282827" y="106553"/>
                </a:lnTo>
                <a:lnTo>
                  <a:pt x="1324864" y="106553"/>
                </a:lnTo>
                <a:lnTo>
                  <a:pt x="1324864" y="161417"/>
                </a:lnTo>
                <a:lnTo>
                  <a:pt x="1283624" y="172888"/>
                </a:lnTo>
                <a:lnTo>
                  <a:pt x="1276096" y="173101"/>
                </a:lnTo>
                <a:lnTo>
                  <a:pt x="1340822" y="173101"/>
                </a:lnTo>
                <a:lnTo>
                  <a:pt x="1343152" y="171831"/>
                </a:lnTo>
                <a:lnTo>
                  <a:pt x="1343152" y="90551"/>
                </a:lnTo>
                <a:close/>
              </a:path>
              <a:path w="3310890" h="189864">
                <a:moveTo>
                  <a:pt x="1331308" y="16002"/>
                </a:moveTo>
                <a:lnTo>
                  <a:pt x="1276096" y="16002"/>
                </a:lnTo>
                <a:lnTo>
                  <a:pt x="1285968" y="16404"/>
                </a:lnTo>
                <a:lnTo>
                  <a:pt x="1284828" y="16404"/>
                </a:lnTo>
                <a:lnTo>
                  <a:pt x="1323409" y="32160"/>
                </a:lnTo>
                <a:lnTo>
                  <a:pt x="1328292" y="36830"/>
                </a:lnTo>
                <a:lnTo>
                  <a:pt x="1341120" y="24130"/>
                </a:lnTo>
                <a:lnTo>
                  <a:pt x="1335117" y="18744"/>
                </a:lnTo>
                <a:lnTo>
                  <a:pt x="1331308" y="16002"/>
                </a:lnTo>
                <a:close/>
              </a:path>
              <a:path w="3310890" h="189864">
                <a:moveTo>
                  <a:pt x="1524380" y="4572"/>
                </a:moveTo>
                <a:lnTo>
                  <a:pt x="1505077" y="4572"/>
                </a:lnTo>
                <a:lnTo>
                  <a:pt x="1558290" y="184785"/>
                </a:lnTo>
                <a:lnTo>
                  <a:pt x="1579753" y="184785"/>
                </a:lnTo>
                <a:lnTo>
                  <a:pt x="1587133" y="159512"/>
                </a:lnTo>
                <a:lnTo>
                  <a:pt x="1568958" y="159512"/>
                </a:lnTo>
                <a:lnTo>
                  <a:pt x="1524380" y="4572"/>
                </a:lnTo>
                <a:close/>
              </a:path>
              <a:path w="3310890" h="189864">
                <a:moveTo>
                  <a:pt x="1643785" y="29972"/>
                </a:moveTo>
                <a:lnTo>
                  <a:pt x="1625473" y="29972"/>
                </a:lnTo>
                <a:lnTo>
                  <a:pt x="1670812" y="184785"/>
                </a:lnTo>
                <a:lnTo>
                  <a:pt x="1692148" y="184785"/>
                </a:lnTo>
                <a:lnTo>
                  <a:pt x="1699610" y="159512"/>
                </a:lnTo>
                <a:lnTo>
                  <a:pt x="1681479" y="159512"/>
                </a:lnTo>
                <a:lnTo>
                  <a:pt x="1643785" y="29972"/>
                </a:lnTo>
                <a:close/>
              </a:path>
              <a:path w="3310890" h="189864">
                <a:moveTo>
                  <a:pt x="1636395" y="4572"/>
                </a:moveTo>
                <a:lnTo>
                  <a:pt x="1614551" y="4572"/>
                </a:lnTo>
                <a:lnTo>
                  <a:pt x="1569466" y="159512"/>
                </a:lnTo>
                <a:lnTo>
                  <a:pt x="1587133" y="159512"/>
                </a:lnTo>
                <a:lnTo>
                  <a:pt x="1624965" y="29972"/>
                </a:lnTo>
                <a:lnTo>
                  <a:pt x="1643785" y="29972"/>
                </a:lnTo>
                <a:lnTo>
                  <a:pt x="1636395" y="4572"/>
                </a:lnTo>
                <a:close/>
              </a:path>
              <a:path w="3310890" h="189864">
                <a:moveTo>
                  <a:pt x="1745361" y="4572"/>
                </a:moveTo>
                <a:lnTo>
                  <a:pt x="1725929" y="4572"/>
                </a:lnTo>
                <a:lnTo>
                  <a:pt x="1681988" y="159512"/>
                </a:lnTo>
                <a:lnTo>
                  <a:pt x="1699610" y="159512"/>
                </a:lnTo>
                <a:lnTo>
                  <a:pt x="1745361" y="4572"/>
                </a:lnTo>
                <a:close/>
              </a:path>
              <a:path w="3310890" h="189864">
                <a:moveTo>
                  <a:pt x="1828800" y="4572"/>
                </a:moveTo>
                <a:lnTo>
                  <a:pt x="1810512" y="4572"/>
                </a:lnTo>
                <a:lnTo>
                  <a:pt x="1810512" y="184785"/>
                </a:lnTo>
                <a:lnTo>
                  <a:pt x="1828800" y="184785"/>
                </a:lnTo>
                <a:lnTo>
                  <a:pt x="1828800" y="4572"/>
                </a:lnTo>
                <a:close/>
              </a:path>
              <a:path w="3310890" h="189864">
                <a:moveTo>
                  <a:pt x="1971802" y="20828"/>
                </a:moveTo>
                <a:lnTo>
                  <a:pt x="1953514" y="20828"/>
                </a:lnTo>
                <a:lnTo>
                  <a:pt x="1953514" y="184785"/>
                </a:lnTo>
                <a:lnTo>
                  <a:pt x="1971802" y="184785"/>
                </a:lnTo>
                <a:lnTo>
                  <a:pt x="1971802" y="20828"/>
                </a:lnTo>
                <a:close/>
              </a:path>
              <a:path w="3310890" h="189864">
                <a:moveTo>
                  <a:pt x="2032127" y="4572"/>
                </a:moveTo>
                <a:lnTo>
                  <a:pt x="1893315" y="4572"/>
                </a:lnTo>
                <a:lnTo>
                  <a:pt x="1893315" y="20828"/>
                </a:lnTo>
                <a:lnTo>
                  <a:pt x="2032127" y="20828"/>
                </a:lnTo>
                <a:lnTo>
                  <a:pt x="2032127" y="4572"/>
                </a:lnTo>
                <a:close/>
              </a:path>
              <a:path w="3310890" h="189864">
                <a:moveTo>
                  <a:pt x="2115312" y="4572"/>
                </a:moveTo>
                <a:lnTo>
                  <a:pt x="2097024" y="4572"/>
                </a:lnTo>
                <a:lnTo>
                  <a:pt x="2097024" y="184785"/>
                </a:lnTo>
                <a:lnTo>
                  <a:pt x="2115312" y="184785"/>
                </a:lnTo>
                <a:lnTo>
                  <a:pt x="2115312" y="99441"/>
                </a:lnTo>
                <a:lnTo>
                  <a:pt x="2231898" y="99441"/>
                </a:lnTo>
                <a:lnTo>
                  <a:pt x="2231898" y="82677"/>
                </a:lnTo>
                <a:lnTo>
                  <a:pt x="2115312" y="82677"/>
                </a:lnTo>
                <a:lnTo>
                  <a:pt x="2115312" y="4572"/>
                </a:lnTo>
                <a:close/>
              </a:path>
              <a:path w="3310890" h="189864">
                <a:moveTo>
                  <a:pt x="2231898" y="99441"/>
                </a:moveTo>
                <a:lnTo>
                  <a:pt x="2213483" y="99441"/>
                </a:lnTo>
                <a:lnTo>
                  <a:pt x="2213483" y="184785"/>
                </a:lnTo>
                <a:lnTo>
                  <a:pt x="2231898" y="184785"/>
                </a:lnTo>
                <a:lnTo>
                  <a:pt x="2231898" y="99441"/>
                </a:lnTo>
                <a:close/>
              </a:path>
              <a:path w="3310890" h="189864">
                <a:moveTo>
                  <a:pt x="2231898" y="4572"/>
                </a:moveTo>
                <a:lnTo>
                  <a:pt x="2213483" y="4572"/>
                </a:lnTo>
                <a:lnTo>
                  <a:pt x="2213483" y="82677"/>
                </a:lnTo>
                <a:lnTo>
                  <a:pt x="2231898" y="82677"/>
                </a:lnTo>
                <a:lnTo>
                  <a:pt x="2231898" y="4572"/>
                </a:lnTo>
                <a:close/>
              </a:path>
              <a:path w="3310890" h="189864">
                <a:moveTo>
                  <a:pt x="2417445" y="4572"/>
                </a:moveTo>
                <a:lnTo>
                  <a:pt x="2398141" y="4572"/>
                </a:lnTo>
                <a:lnTo>
                  <a:pt x="2451354" y="184785"/>
                </a:lnTo>
                <a:lnTo>
                  <a:pt x="2472817" y="184785"/>
                </a:lnTo>
                <a:lnTo>
                  <a:pt x="2480197" y="159512"/>
                </a:lnTo>
                <a:lnTo>
                  <a:pt x="2462022" y="159512"/>
                </a:lnTo>
                <a:lnTo>
                  <a:pt x="2417445" y="4572"/>
                </a:lnTo>
                <a:close/>
              </a:path>
              <a:path w="3310890" h="189864">
                <a:moveTo>
                  <a:pt x="2536849" y="29972"/>
                </a:moveTo>
                <a:lnTo>
                  <a:pt x="2518537" y="29972"/>
                </a:lnTo>
                <a:lnTo>
                  <a:pt x="2563876" y="184785"/>
                </a:lnTo>
                <a:lnTo>
                  <a:pt x="2585212" y="184785"/>
                </a:lnTo>
                <a:lnTo>
                  <a:pt x="2592674" y="159512"/>
                </a:lnTo>
                <a:lnTo>
                  <a:pt x="2574544" y="159512"/>
                </a:lnTo>
                <a:lnTo>
                  <a:pt x="2536849" y="29972"/>
                </a:lnTo>
                <a:close/>
              </a:path>
              <a:path w="3310890" h="189864">
                <a:moveTo>
                  <a:pt x="2529459" y="4572"/>
                </a:moveTo>
                <a:lnTo>
                  <a:pt x="2507615" y="4572"/>
                </a:lnTo>
                <a:lnTo>
                  <a:pt x="2462530" y="159512"/>
                </a:lnTo>
                <a:lnTo>
                  <a:pt x="2480197" y="159512"/>
                </a:lnTo>
                <a:lnTo>
                  <a:pt x="2518029" y="29972"/>
                </a:lnTo>
                <a:lnTo>
                  <a:pt x="2536849" y="29972"/>
                </a:lnTo>
                <a:lnTo>
                  <a:pt x="2529459" y="4572"/>
                </a:lnTo>
                <a:close/>
              </a:path>
              <a:path w="3310890" h="189864">
                <a:moveTo>
                  <a:pt x="2638425" y="4572"/>
                </a:moveTo>
                <a:lnTo>
                  <a:pt x="2618994" y="4572"/>
                </a:lnTo>
                <a:lnTo>
                  <a:pt x="2575052" y="159512"/>
                </a:lnTo>
                <a:lnTo>
                  <a:pt x="2592674" y="159512"/>
                </a:lnTo>
                <a:lnTo>
                  <a:pt x="2638425" y="4572"/>
                </a:lnTo>
                <a:close/>
              </a:path>
              <a:path w="3310890" h="189864">
                <a:moveTo>
                  <a:pt x="2721864" y="4572"/>
                </a:moveTo>
                <a:lnTo>
                  <a:pt x="2703576" y="4572"/>
                </a:lnTo>
                <a:lnTo>
                  <a:pt x="2703576" y="184785"/>
                </a:lnTo>
                <a:lnTo>
                  <a:pt x="2721864" y="184785"/>
                </a:lnTo>
                <a:lnTo>
                  <a:pt x="2721864" y="99441"/>
                </a:lnTo>
                <a:lnTo>
                  <a:pt x="2838450" y="99441"/>
                </a:lnTo>
                <a:lnTo>
                  <a:pt x="2838450" y="82677"/>
                </a:lnTo>
                <a:lnTo>
                  <a:pt x="2721864" y="82677"/>
                </a:lnTo>
                <a:lnTo>
                  <a:pt x="2721864" y="4572"/>
                </a:lnTo>
                <a:close/>
              </a:path>
              <a:path w="3310890" h="189864">
                <a:moveTo>
                  <a:pt x="2838450" y="99441"/>
                </a:moveTo>
                <a:lnTo>
                  <a:pt x="2820035" y="99441"/>
                </a:lnTo>
                <a:lnTo>
                  <a:pt x="2820035" y="184785"/>
                </a:lnTo>
                <a:lnTo>
                  <a:pt x="2838450" y="184785"/>
                </a:lnTo>
                <a:lnTo>
                  <a:pt x="2838450" y="99441"/>
                </a:lnTo>
                <a:close/>
              </a:path>
              <a:path w="3310890" h="189864">
                <a:moveTo>
                  <a:pt x="2838450" y="4572"/>
                </a:moveTo>
                <a:lnTo>
                  <a:pt x="2820035" y="4572"/>
                </a:lnTo>
                <a:lnTo>
                  <a:pt x="2820035" y="82677"/>
                </a:lnTo>
                <a:lnTo>
                  <a:pt x="2838450" y="82677"/>
                </a:lnTo>
                <a:lnTo>
                  <a:pt x="2838450" y="4572"/>
                </a:lnTo>
                <a:close/>
              </a:path>
              <a:path w="3310890" h="189864">
                <a:moveTo>
                  <a:pt x="2942844" y="4572"/>
                </a:moveTo>
                <a:lnTo>
                  <a:pt x="2924556" y="4572"/>
                </a:lnTo>
                <a:lnTo>
                  <a:pt x="2924556" y="184785"/>
                </a:lnTo>
                <a:lnTo>
                  <a:pt x="2942844" y="184785"/>
                </a:lnTo>
                <a:lnTo>
                  <a:pt x="2942844" y="4572"/>
                </a:lnTo>
                <a:close/>
              </a:path>
              <a:path w="3310890" h="189864">
                <a:moveTo>
                  <a:pt x="3046476" y="4572"/>
                </a:moveTo>
                <a:lnTo>
                  <a:pt x="3028188" y="4572"/>
                </a:lnTo>
                <a:lnTo>
                  <a:pt x="3028188" y="184785"/>
                </a:lnTo>
                <a:lnTo>
                  <a:pt x="3130423" y="184785"/>
                </a:lnTo>
                <a:lnTo>
                  <a:pt x="3130423" y="168402"/>
                </a:lnTo>
                <a:lnTo>
                  <a:pt x="3046476" y="168402"/>
                </a:lnTo>
                <a:lnTo>
                  <a:pt x="3046476" y="4572"/>
                </a:lnTo>
                <a:close/>
              </a:path>
              <a:path w="3310890" h="189864">
                <a:moveTo>
                  <a:pt x="3307588" y="4572"/>
                </a:moveTo>
                <a:lnTo>
                  <a:pt x="3195828" y="4572"/>
                </a:lnTo>
                <a:lnTo>
                  <a:pt x="3195828" y="184785"/>
                </a:lnTo>
                <a:lnTo>
                  <a:pt x="3310509" y="184785"/>
                </a:lnTo>
                <a:lnTo>
                  <a:pt x="3310509" y="168402"/>
                </a:lnTo>
                <a:lnTo>
                  <a:pt x="3214116" y="168402"/>
                </a:lnTo>
                <a:lnTo>
                  <a:pt x="3214116" y="98933"/>
                </a:lnTo>
                <a:lnTo>
                  <a:pt x="3301365" y="98933"/>
                </a:lnTo>
                <a:lnTo>
                  <a:pt x="3301365" y="82931"/>
                </a:lnTo>
                <a:lnTo>
                  <a:pt x="3214116" y="82931"/>
                </a:lnTo>
                <a:lnTo>
                  <a:pt x="3214116" y="20828"/>
                </a:lnTo>
                <a:lnTo>
                  <a:pt x="3307588" y="20828"/>
                </a:lnTo>
                <a:lnTo>
                  <a:pt x="3307588" y="4572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7259" y="995705"/>
            <a:ext cx="6174740" cy="4970780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BD6FFE6-2962-E45C-F85C-A1367C0E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DC74-1CEB-474F-BAAB-22C4DBA84C45}" type="datetime1">
              <a:rPr lang="en-US" smtClean="0"/>
              <a:t>3/29/2026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742FD5-6419-F4DF-4A3D-588425B1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DFF6FDC-D70D-2290-AEA1-DE7BAA43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E6CAA0-7866-2E70-A494-68BA5A426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725" y="1632931"/>
            <a:ext cx="5632675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04823" y="1704905"/>
            <a:ext cx="11158577" cy="4754880"/>
            <a:chOff x="114395" y="1948942"/>
            <a:chExt cx="11545983" cy="475488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395" y="1948942"/>
              <a:ext cx="5141595" cy="47548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0563" y="1948942"/>
              <a:ext cx="5141595" cy="475488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0600" y="892430"/>
            <a:ext cx="70764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13610" algn="l"/>
              </a:tabLst>
            </a:pPr>
            <a:r>
              <a:rPr sz="4800" spc="-95" dirty="0"/>
              <a:t>Break</a:t>
            </a:r>
            <a:r>
              <a:rPr sz="4800" spc="-185" dirty="0"/>
              <a:t> </a:t>
            </a:r>
            <a:r>
              <a:rPr sz="4800" spc="245" dirty="0"/>
              <a:t>&amp;</a:t>
            </a:r>
            <a:r>
              <a:rPr sz="4800" dirty="0"/>
              <a:t>	</a:t>
            </a:r>
            <a:r>
              <a:rPr sz="4800" spc="80" dirty="0"/>
              <a:t>Continue</a:t>
            </a:r>
            <a:r>
              <a:rPr sz="4800" spc="15" dirty="0"/>
              <a:t> </a:t>
            </a:r>
            <a:r>
              <a:rPr sz="4800" spc="65" dirty="0"/>
              <a:t>in</a:t>
            </a:r>
            <a:r>
              <a:rPr sz="4800" spc="2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FA3ED29-A356-FFF9-733F-AD6163DB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136B-446F-472C-B842-596104B9B9CF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D6FF02B-3A76-B45B-4717-DFD8621CB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6E66782-C662-8561-84F4-FCF8EAB2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0"/>
          <p:cNvGrpSpPr/>
          <p:nvPr/>
        </p:nvGrpSpPr>
        <p:grpSpPr>
          <a:xfrm>
            <a:off x="9885636" y="3487959"/>
            <a:ext cx="1757045" cy="1753870"/>
            <a:chOff x="9885636" y="3487959"/>
            <a:chExt cx="1757045" cy="1753870"/>
          </a:xfrm>
        </p:grpSpPr>
        <p:sp>
          <p:nvSpPr>
            <p:cNvPr id="11" name="object 11"/>
            <p:cNvSpPr/>
            <p:nvPr/>
          </p:nvSpPr>
          <p:spPr>
            <a:xfrm>
              <a:off x="9972294" y="3572256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1624838"/>
                  </a:moveTo>
                  <a:lnTo>
                    <a:pt x="64134" y="63246"/>
                  </a:lnTo>
                </a:path>
                <a:path w="1663700" h="1663064">
                  <a:moveTo>
                    <a:pt x="0" y="1245235"/>
                  </a:moveTo>
                  <a:lnTo>
                    <a:pt x="1245107" y="0"/>
                  </a:lnTo>
                </a:path>
                <a:path w="1663700" h="1663064">
                  <a:moveTo>
                    <a:pt x="1610995" y="622173"/>
                  </a:moveTo>
                  <a:lnTo>
                    <a:pt x="623061" y="622173"/>
                  </a:lnTo>
                  <a:lnTo>
                    <a:pt x="623061" y="1610106"/>
                  </a:lnTo>
                </a:path>
                <a:path w="1663700" h="1663064">
                  <a:moveTo>
                    <a:pt x="1663573" y="1056386"/>
                  </a:moveTo>
                  <a:lnTo>
                    <a:pt x="1057275" y="1056386"/>
                  </a:lnTo>
                  <a:lnTo>
                    <a:pt x="1057275" y="166268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85636" y="3487959"/>
              <a:ext cx="1754200" cy="174764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816590" y="5359400"/>
            <a:ext cx="819785" cy="940435"/>
            <a:chOff x="10816590" y="5359400"/>
            <a:chExt cx="819785" cy="9404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8875" y="5589193"/>
              <a:ext cx="317119" cy="710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78641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2395" y="5522595"/>
              <a:ext cx="503151" cy="50314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822940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256" y="0"/>
                  </a:moveTo>
                  <a:lnTo>
                    <a:pt x="0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42810" y="3487959"/>
            <a:ext cx="1757045" cy="1753870"/>
            <a:chOff x="542810" y="3487959"/>
            <a:chExt cx="1757045" cy="1753870"/>
          </a:xfrm>
        </p:grpSpPr>
        <p:sp>
          <p:nvSpPr>
            <p:cNvPr id="27" name="object 27"/>
            <p:cNvSpPr/>
            <p:nvPr/>
          </p:nvSpPr>
          <p:spPr>
            <a:xfrm>
              <a:off x="586981" y="3572256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38"/>
                  </a:moveTo>
                  <a:lnTo>
                    <a:pt x="1561604" y="63246"/>
                  </a:lnTo>
                </a:path>
                <a:path w="1626235" h="1624964">
                  <a:moveTo>
                    <a:pt x="1625866" y="1245235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160" y="4194429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33"/>
                  </a:lnTo>
                </a:path>
                <a:path w="1040765" h="1040764">
                  <a:moveTo>
                    <a:pt x="0" y="434213"/>
                  </a:moveTo>
                  <a:lnTo>
                    <a:pt x="606323" y="434213"/>
                  </a:lnTo>
                  <a:lnTo>
                    <a:pt x="606323" y="104051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261" y="3487959"/>
              <a:ext cx="1754169" cy="1747647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49046" y="5359400"/>
            <a:ext cx="819785" cy="940435"/>
            <a:chOff x="549046" y="5359400"/>
            <a:chExt cx="819785" cy="940435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046" y="5589193"/>
              <a:ext cx="317157" cy="7106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6437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575" y="5522595"/>
              <a:ext cx="503166" cy="5031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02843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0" y="0"/>
                  </a:moveTo>
                  <a:lnTo>
                    <a:pt x="659358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5825997" y="4377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686185" y="2295752"/>
            <a:ext cx="4782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For</a:t>
            </a:r>
            <a:r>
              <a:rPr sz="4800" spc="-170" dirty="0"/>
              <a:t> </a:t>
            </a:r>
            <a:r>
              <a:rPr sz="4800" dirty="0"/>
              <a:t>Loop</a:t>
            </a:r>
            <a:r>
              <a:rPr sz="4800" spc="-155" dirty="0"/>
              <a:t> </a:t>
            </a:r>
            <a:r>
              <a:rPr sz="4800" spc="70" dirty="0"/>
              <a:t>in</a:t>
            </a:r>
            <a:r>
              <a:rPr sz="4800" spc="-17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01259" y="3239516"/>
            <a:ext cx="4352671" cy="189484"/>
          </a:xfrm>
          <a:prstGeom prst="rect">
            <a:avLst/>
          </a:prstGeom>
        </p:spPr>
      </p:pic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95E6D91E-B5E0-4827-92E9-B8CA291D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B1AA-771B-4A15-8B04-809AE5281C8D}" type="datetime1">
              <a:rPr lang="en-US" smtClean="0"/>
              <a:t>3/29/2026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2BD83ED3-A443-0394-7AFF-69D46576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79248A97-89E8-E313-D467-109FA976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D35E36C-AC1D-4248-BF58-C5B6B279BC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485" y="1576519"/>
            <a:ext cx="10412515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38351" y="2604481"/>
            <a:ext cx="11277449" cy="3795014"/>
            <a:chOff x="1" y="2662935"/>
            <a:chExt cx="11660630" cy="3795014"/>
          </a:xfrm>
        </p:grpSpPr>
        <p:sp>
          <p:nvSpPr>
            <p:cNvPr id="15" name="object 15"/>
            <p:cNvSpPr/>
            <p:nvPr/>
          </p:nvSpPr>
          <p:spPr>
            <a:xfrm>
              <a:off x="9798176" y="4035424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353" y="2662935"/>
              <a:ext cx="3683622" cy="2852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" y="2857499"/>
              <a:ext cx="9909809" cy="360045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Iterating</a:t>
            </a:r>
            <a:r>
              <a:rPr sz="4800" spc="-245" dirty="0"/>
              <a:t> </a:t>
            </a:r>
            <a:r>
              <a:rPr sz="4800" spc="-20" dirty="0"/>
              <a:t>Items</a:t>
            </a:r>
            <a:r>
              <a:rPr sz="4800" spc="-240" dirty="0"/>
              <a:t> </a:t>
            </a:r>
            <a:r>
              <a:rPr sz="4800" dirty="0"/>
              <a:t>with</a:t>
            </a:r>
            <a:r>
              <a:rPr sz="4800" spc="-240" dirty="0"/>
              <a:t> </a:t>
            </a:r>
            <a:r>
              <a:rPr sz="4800" dirty="0"/>
              <a:t>For</a:t>
            </a:r>
            <a:r>
              <a:rPr sz="4800" spc="-240" dirty="0"/>
              <a:t> </a:t>
            </a:r>
            <a:r>
              <a:rPr sz="4800" spc="-20" dirty="0"/>
              <a:t>Loop</a:t>
            </a:r>
            <a:endParaRPr sz="4800" dirty="0"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9493" y="2185754"/>
            <a:ext cx="2833636" cy="30365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343400" y="2169032"/>
            <a:ext cx="5171440" cy="307340"/>
            <a:chOff x="3554984" y="2165476"/>
            <a:chExt cx="5171440" cy="30734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4984" y="2171699"/>
              <a:ext cx="1246203" cy="2326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1875" y="2165476"/>
              <a:ext cx="3884295" cy="307213"/>
            </a:xfrm>
            <a:prstGeom prst="rect">
              <a:avLst/>
            </a:prstGeom>
          </p:spPr>
        </p:pic>
      </p:grp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7FF9BD54-051C-B52C-692B-EF67E55B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B6F8-929A-4FA3-AC58-1BACE10D4AA8}" type="datetime1">
              <a:rPr lang="en-US" smtClean="0"/>
              <a:t>3/29/2026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17E7A515-6EED-3D58-371A-A962BDA1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2CE6D28-919A-81E0-D80F-5803068F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661666" y="1669148"/>
            <a:ext cx="9216390" cy="4911090"/>
            <a:chOff x="2661666" y="1669148"/>
            <a:chExt cx="9216390" cy="4911090"/>
          </a:xfrm>
        </p:grpSpPr>
        <p:sp>
          <p:nvSpPr>
            <p:cNvPr id="17" name="object 17"/>
            <p:cNvSpPr/>
            <p:nvPr/>
          </p:nvSpPr>
          <p:spPr>
            <a:xfrm>
              <a:off x="3157601" y="1799463"/>
              <a:ext cx="540385" cy="0"/>
            </a:xfrm>
            <a:custGeom>
              <a:avLst/>
              <a:gdLst/>
              <a:ahLst/>
              <a:cxnLst/>
              <a:rect l="l" t="t" r="r" b="b"/>
              <a:pathLst>
                <a:path w="540385">
                  <a:moveTo>
                    <a:pt x="0" y="0"/>
                  </a:moveTo>
                  <a:lnTo>
                    <a:pt x="54000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1666" y="1669148"/>
              <a:ext cx="9215882" cy="491083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spc="-60" dirty="0"/>
              <a:t>Range</a:t>
            </a:r>
            <a:r>
              <a:rPr sz="4800" spc="-145" dirty="0"/>
              <a:t> </a:t>
            </a:r>
            <a:r>
              <a:rPr sz="4800" spc="70" dirty="0"/>
              <a:t>in</a:t>
            </a:r>
            <a:r>
              <a:rPr sz="4800" spc="-145" dirty="0"/>
              <a:t> </a:t>
            </a:r>
            <a:r>
              <a:rPr sz="4800" dirty="0"/>
              <a:t>For</a:t>
            </a:r>
            <a:r>
              <a:rPr sz="4800" spc="-135" dirty="0"/>
              <a:t> </a:t>
            </a:r>
            <a:r>
              <a:rPr sz="4800" spc="-20" dirty="0"/>
              <a:t>Loop</a:t>
            </a:r>
            <a:endParaRPr sz="4800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700B4CA0-212F-6CD7-9BC6-ADA52193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8D01-5DCF-4CE5-94A9-7F2511F7F589}" type="datetime1">
              <a:rPr lang="en-US" smtClean="0"/>
              <a:t>3/29/2026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11B423E-5B12-F03D-DAD8-3DDA125F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8DC691C-B1A8-18E7-A945-D79A80F8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26309"/>
            <a:ext cx="8994648" cy="1725216"/>
          </a:xfrm>
          <a:prstGeom prst="rect">
            <a:avLst/>
          </a:prstGeom>
        </p:spPr>
        <p:txBody>
          <a:bodyPr vert="horz" wrap="square" lIns="0" tIns="245491" rIns="0" bIns="0" rtlCol="0">
            <a:spAutoFit/>
          </a:bodyPr>
          <a:lstStyle/>
          <a:p>
            <a:pPr marL="333502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Some</a:t>
            </a:r>
            <a:r>
              <a:rPr spc="-145" dirty="0"/>
              <a:t> </a:t>
            </a:r>
            <a:r>
              <a:rPr spc="-60" dirty="0"/>
              <a:t>Practice</a:t>
            </a:r>
            <a:r>
              <a:rPr spc="-145" dirty="0"/>
              <a:t> </a:t>
            </a:r>
            <a:r>
              <a:rPr spc="-45" dirty="0"/>
              <a:t>Problems</a:t>
            </a:r>
            <a:r>
              <a:rPr spc="-155" dirty="0"/>
              <a:t> </a:t>
            </a:r>
            <a:r>
              <a:rPr spc="65" dirty="0"/>
              <a:t>in</a:t>
            </a:r>
            <a:r>
              <a:rPr spc="-13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8400" y="1949611"/>
            <a:ext cx="121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 dirty="0">
              <a:latin typeface="Wingdings"/>
              <a:cs typeface="Wingding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2705" y="2457962"/>
            <a:ext cx="5270881" cy="2767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2705" y="2034351"/>
            <a:ext cx="5814948" cy="303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2705" y="2909636"/>
            <a:ext cx="2170557" cy="2341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38400" y="3713859"/>
            <a:ext cx="121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 dirty="0">
              <a:latin typeface="Wingdings"/>
              <a:cs typeface="Wingding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7089" y="3808093"/>
            <a:ext cx="6163564" cy="3036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92453" y="4280517"/>
            <a:ext cx="4301617" cy="2395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0137" y="4674441"/>
            <a:ext cx="5595620" cy="307327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149E64C-9C71-C6CF-75E4-0B7B1D66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9472-62F5-4AC3-BC10-9629C4753A75}" type="datetime1">
              <a:rPr lang="en-US" smtClean="0"/>
              <a:t>3/29/2026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BAF1366-9723-A745-3E47-818D3120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E5917B3-01A5-F5A1-48E0-F4F358FF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443466" y="2980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4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847213" y="2357373"/>
            <a:ext cx="2406015" cy="2406015"/>
            <a:chOff x="2847213" y="2357373"/>
            <a:chExt cx="2406015" cy="2406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1117" y="2361124"/>
              <a:ext cx="2015469" cy="20155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53563" y="2363723"/>
              <a:ext cx="2393315" cy="2393315"/>
            </a:xfrm>
            <a:custGeom>
              <a:avLst/>
              <a:gdLst/>
              <a:ahLst/>
              <a:cxnLst/>
              <a:rect l="l" t="t" r="r" b="b"/>
              <a:pathLst>
                <a:path w="2393315" h="2393315">
                  <a:moveTo>
                    <a:pt x="2392807" y="2392934"/>
                  </a:moveTo>
                  <a:lnTo>
                    <a:pt x="0" y="0"/>
                  </a:lnTo>
                </a:path>
                <a:path w="2393315" h="2393315">
                  <a:moveTo>
                    <a:pt x="64007" y="589406"/>
                  </a:moveTo>
                  <a:lnTo>
                    <a:pt x="592709" y="592709"/>
                  </a:lnTo>
                  <a:lnTo>
                    <a:pt x="592709" y="60705"/>
                  </a:lnTo>
                </a:path>
                <a:path w="2393315" h="2393315">
                  <a:moveTo>
                    <a:pt x="276098" y="1091184"/>
                  </a:moveTo>
                  <a:lnTo>
                    <a:pt x="1094486" y="1094486"/>
                  </a:lnTo>
                  <a:lnTo>
                    <a:pt x="1094486" y="272796"/>
                  </a:lnTo>
                </a:path>
                <a:path w="2393315" h="2393315">
                  <a:moveTo>
                    <a:pt x="721740" y="1595120"/>
                  </a:moveTo>
                  <a:lnTo>
                    <a:pt x="1596263" y="1596263"/>
                  </a:lnTo>
                  <a:lnTo>
                    <a:pt x="1599564" y="7172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34263" y="526923"/>
            <a:ext cx="1757045" cy="1753870"/>
            <a:chOff x="534263" y="526923"/>
            <a:chExt cx="1757045" cy="1753870"/>
          </a:xfrm>
        </p:grpSpPr>
        <p:sp>
          <p:nvSpPr>
            <p:cNvPr id="16" name="object 16"/>
            <p:cNvSpPr/>
            <p:nvPr/>
          </p:nvSpPr>
          <p:spPr>
            <a:xfrm>
              <a:off x="578434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642" y="1561591"/>
                  </a:lnTo>
                </a:path>
                <a:path w="1626235" h="1624964">
                  <a:moveTo>
                    <a:pt x="162590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613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66" y="1040638"/>
                  </a:moveTo>
                  <a:lnTo>
                    <a:pt x="1040536" y="1040638"/>
                  </a:lnTo>
                  <a:lnTo>
                    <a:pt x="1040536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713" y="532606"/>
              <a:ext cx="1754157" cy="174772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43953" y="2531998"/>
            <a:ext cx="1862455" cy="633730"/>
            <a:chOff x="543953" y="2531998"/>
            <a:chExt cx="1862455" cy="63373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953" y="2531998"/>
              <a:ext cx="1419212" cy="6333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3953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8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37933" y="5646572"/>
            <a:ext cx="672465" cy="672465"/>
            <a:chOff x="537933" y="5646572"/>
            <a:chExt cx="672465" cy="67246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730" y="5652292"/>
              <a:ext cx="503129" cy="5031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4283" y="5652922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307" y="65930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775771" y="915566"/>
            <a:ext cx="2978150" cy="2976880"/>
            <a:chOff x="4224286" y="527541"/>
            <a:chExt cx="2978150" cy="297688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1881" y="1605196"/>
              <a:ext cx="1893938" cy="189276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3121" y="1066361"/>
              <a:ext cx="1893837" cy="189286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43849" y="2445990"/>
              <a:ext cx="1006734" cy="10067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24286" y="527541"/>
              <a:ext cx="2971533" cy="295225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58078" y="1760347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0" y="1737614"/>
                  </a:moveTo>
                  <a:lnTo>
                    <a:pt x="367157" y="367029"/>
                  </a:lnTo>
                </a:path>
                <a:path w="1737995" h="1737995">
                  <a:moveTo>
                    <a:pt x="367157" y="367029"/>
                  </a:moveTo>
                  <a:lnTo>
                    <a:pt x="173774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34331" y="736600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0" y="0"/>
                  </a:moveTo>
                  <a:lnTo>
                    <a:pt x="2714370" y="2714244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80483" y="682625"/>
              <a:ext cx="2276475" cy="2277110"/>
            </a:xfrm>
            <a:custGeom>
              <a:avLst/>
              <a:gdLst/>
              <a:ahLst/>
              <a:cxnLst/>
              <a:rect l="l" t="t" r="r" b="b"/>
              <a:pathLst>
                <a:path w="2276475" h="2277110">
                  <a:moveTo>
                    <a:pt x="538861" y="2276602"/>
                  </a:moveTo>
                  <a:lnTo>
                    <a:pt x="905890" y="905890"/>
                  </a:lnTo>
                </a:path>
                <a:path w="2276475" h="2277110">
                  <a:moveTo>
                    <a:pt x="905890" y="905890"/>
                  </a:moveTo>
                  <a:lnTo>
                    <a:pt x="2276474" y="538861"/>
                  </a:lnTo>
                </a:path>
                <a:path w="2276475" h="2277110">
                  <a:moveTo>
                    <a:pt x="0" y="1737740"/>
                  </a:moveTo>
                  <a:lnTo>
                    <a:pt x="367029" y="367157"/>
                  </a:lnTo>
                </a:path>
                <a:path w="2276475" h="2277110">
                  <a:moveTo>
                    <a:pt x="367029" y="367157"/>
                  </a:moveTo>
                  <a:lnTo>
                    <a:pt x="173774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333619" y="3687571"/>
            <a:ext cx="1862455" cy="633730"/>
            <a:chOff x="5333619" y="3687571"/>
            <a:chExt cx="1862455" cy="633730"/>
          </a:xfrm>
        </p:grpSpPr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76595" y="3687571"/>
              <a:ext cx="1419225" cy="6334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333619" y="4001896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529831" y="534416"/>
            <a:ext cx="672465" cy="672465"/>
            <a:chOff x="6529831" y="534416"/>
            <a:chExt cx="672465" cy="672465"/>
          </a:xfrm>
        </p:grpSpPr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2952" y="697608"/>
              <a:ext cx="503066" cy="50306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536181" y="540766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5">
                  <a:moveTo>
                    <a:pt x="0" y="0"/>
                  </a:moveTo>
                  <a:lnTo>
                    <a:pt x="659257" y="65925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2480564" y="729106"/>
            <a:ext cx="1540510" cy="1540510"/>
            <a:chOff x="2480564" y="729106"/>
            <a:chExt cx="1540510" cy="1540510"/>
          </a:xfrm>
        </p:grpSpPr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51677" y="799030"/>
              <a:ext cx="1456569" cy="145648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86914" y="735456"/>
              <a:ext cx="1527810" cy="1527810"/>
            </a:xfrm>
            <a:custGeom>
              <a:avLst/>
              <a:gdLst/>
              <a:ahLst/>
              <a:cxnLst/>
              <a:rect l="l" t="t" r="r" b="b"/>
              <a:pathLst>
                <a:path w="1527810" h="1527810">
                  <a:moveTo>
                    <a:pt x="1527302" y="1527302"/>
                  </a:moveTo>
                  <a:lnTo>
                    <a:pt x="0" y="0"/>
                  </a:lnTo>
                </a:path>
                <a:path w="1527810" h="1527810">
                  <a:moveTo>
                    <a:pt x="1091946" y="494918"/>
                  </a:moveTo>
                  <a:lnTo>
                    <a:pt x="494792" y="494918"/>
                  </a:lnTo>
                  <a:lnTo>
                    <a:pt x="494792" y="1091945"/>
                  </a:lnTo>
                </a:path>
                <a:path w="1527810" h="1527810">
                  <a:moveTo>
                    <a:pt x="1360297" y="938148"/>
                  </a:moveTo>
                  <a:lnTo>
                    <a:pt x="938022" y="938148"/>
                  </a:lnTo>
                  <a:lnTo>
                    <a:pt x="938022" y="136042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4140682" y="2646089"/>
            <a:ext cx="3608577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dirty="0"/>
              <a:t>Thank</a:t>
            </a:r>
            <a:r>
              <a:rPr sz="6600" b="1" spc="95" dirty="0"/>
              <a:t> </a:t>
            </a:r>
            <a:r>
              <a:rPr sz="6600" b="1" spc="-75" dirty="0"/>
              <a:t>you</a:t>
            </a:r>
            <a:endParaRPr sz="6600" b="1" dirty="0"/>
          </a:p>
        </p:txBody>
      </p:sp>
      <p:sp>
        <p:nvSpPr>
          <p:cNvPr id="51" name="Date Placeholder 50">
            <a:extLst>
              <a:ext uri="{FF2B5EF4-FFF2-40B4-BE49-F238E27FC236}">
                <a16:creationId xmlns:a16="http://schemas.microsoft.com/office/drawing/2014/main" id="{BA114883-A977-41A7-24C6-C39FF05F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F2B3-9157-4F77-9C2F-8FE1B4BC46B0}" type="datetime1">
              <a:rPr lang="en-US" smtClean="0"/>
              <a:t>3/29/2026</a:t>
            </a:fld>
            <a:endParaRPr lang="en-US"/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60A0BD2A-6978-C90D-328F-FC66A756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A95FF27A-B9AE-328C-3B9D-5DCDE37A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462</TotalTime>
  <Words>428</Words>
  <Application>Microsoft Office PowerPoint</Application>
  <PresentationFormat>Widescreen</PresentationFormat>
  <Paragraphs>172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</vt:lpstr>
      <vt:lpstr>Calibri Light</vt:lpstr>
      <vt:lpstr>Tahoma</vt:lpstr>
      <vt:lpstr>Times New Roman</vt:lpstr>
      <vt:lpstr>Wingdings</vt:lpstr>
      <vt:lpstr>Retrospect</vt:lpstr>
      <vt:lpstr>Agenda</vt:lpstr>
      <vt:lpstr>Math Functions &amp; Module</vt:lpstr>
      <vt:lpstr>PowerPoint Presentation</vt:lpstr>
      <vt:lpstr>PowerPoint Presentation</vt:lpstr>
      <vt:lpstr>Formatted String</vt:lpstr>
      <vt:lpstr>String Methods</vt:lpstr>
      <vt:lpstr>Python Indentation</vt:lpstr>
      <vt:lpstr>Decision Making</vt:lpstr>
      <vt:lpstr>PowerPoint Presentation</vt:lpstr>
      <vt:lpstr>“ if ” in Python</vt:lpstr>
      <vt:lpstr>PowerPoint Presentation</vt:lpstr>
      <vt:lpstr>“ if … else ” in Python</vt:lpstr>
      <vt:lpstr>PowerPoint Presentation</vt:lpstr>
      <vt:lpstr>“ if … elif … else ” in Python</vt:lpstr>
      <vt:lpstr>“ match … case ” in Python</vt:lpstr>
      <vt:lpstr>Looping</vt:lpstr>
      <vt:lpstr>PowerPoint Presentation</vt:lpstr>
      <vt:lpstr>“ while ” in Python</vt:lpstr>
      <vt:lpstr>Break &amp; Continue in Python</vt:lpstr>
      <vt:lpstr>For Loop in Python</vt:lpstr>
      <vt:lpstr>Iterating Items with For Loop</vt:lpstr>
      <vt:lpstr>Range in For Loop</vt:lpstr>
      <vt:lpstr>Some Practice Problems in Python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Abdullah Xayed</dc:creator>
  <cp:lastModifiedBy>Md Manirujjaman</cp:lastModifiedBy>
  <cp:revision>9</cp:revision>
  <dcterms:created xsi:type="dcterms:W3CDTF">2025-07-26T08:36:23Z</dcterms:created>
  <dcterms:modified xsi:type="dcterms:W3CDTF">2026-03-29T01:35:05Z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2025-07-26T00:00:00Z</vt:filetime>
  </property>
  <property fmtid="{D5CDD505-2E9C-101B-9397-08002B2CF9AE}" pid="5" name="Producer">
    <vt:lpwstr>Microsoft® PowerPoint® for Microsoft 365</vt:lpwstr>
  </property>
</Properties>
</file>