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28"/>
  </p:notesMasterIdLst>
  <p:sldIdLst>
    <p:sldId id="257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87" r:id="rId12"/>
    <p:sldId id="272" r:id="rId13"/>
    <p:sldId id="273" r:id="rId14"/>
    <p:sldId id="274" r:id="rId15"/>
    <p:sldId id="275" r:id="rId16"/>
    <p:sldId id="276" r:id="rId17"/>
    <p:sldId id="277" r:id="rId18"/>
    <p:sldId id="288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93"/>
    <p:restoredTop sz="94668"/>
  </p:normalViewPr>
  <p:slideViewPr>
    <p:cSldViewPr>
      <p:cViewPr varScale="1">
        <p:scale>
          <a:sx n="78" d="100"/>
          <a:sy n="78" d="100"/>
        </p:scale>
        <p:origin x="51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C4A0A-6F21-48E9-BDA2-E13BE6A1BDA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D5D68-B829-4014-AEA9-629C8B921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90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fruits = ["apple", "banana"]</a:t>
            </a:r>
          </a:p>
          <a:p>
            <a:endParaRPr lang="en-US" dirty="0"/>
          </a:p>
          <a:p>
            <a:r>
              <a:rPr lang="en-US" dirty="0"/>
              <a:t>items = [True, 5.2, "</a:t>
            </a:r>
            <a:r>
              <a:rPr lang="en-US" dirty="0" err="1"/>
              <a:t>Yo</a:t>
            </a:r>
            <a:r>
              <a:rPr lang="en-US" dirty="0"/>
              <a:t>"]</a:t>
            </a:r>
          </a:p>
          <a:p>
            <a:endParaRPr lang="en-US" dirty="0"/>
          </a:p>
          <a:p>
            <a:r>
              <a:rPr lang="en-US" dirty="0"/>
              <a:t>print(fruits[0])</a:t>
            </a:r>
          </a:p>
          <a:p>
            <a:r>
              <a:rPr lang="en-US" dirty="0"/>
              <a:t>print(fruits[1][2])</a:t>
            </a:r>
          </a:p>
          <a:p>
            <a:endParaRPr lang="en-US" dirty="0"/>
          </a:p>
          <a:p>
            <a:r>
              <a:rPr lang="en-US" dirty="0"/>
              <a:t>fruits = ("apple", "banana")</a:t>
            </a:r>
          </a:p>
          <a:p>
            <a:endParaRPr lang="en-US" dirty="0"/>
          </a:p>
          <a:p>
            <a:r>
              <a:rPr lang="en-US" dirty="0"/>
              <a:t>items = (True, 5.2, "</a:t>
            </a:r>
            <a:r>
              <a:rPr lang="en-US" dirty="0" err="1"/>
              <a:t>Yo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/>
              <a:t>print(fruits[0])</a:t>
            </a:r>
          </a:p>
          <a:p>
            <a:r>
              <a:rPr lang="en-US" dirty="0"/>
              <a:t>print(fruits[1][2])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D5D68-B829-4014-AEA9-629C8B921D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10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list1 = ["Apple", "Banana", "Cherry", "Mango", "</a:t>
            </a:r>
            <a:r>
              <a:rPr lang="fr-FR" dirty="0" err="1"/>
              <a:t>Guava</a:t>
            </a:r>
            <a:r>
              <a:rPr lang="fr-FR" dirty="0"/>
              <a:t>"]</a:t>
            </a:r>
          </a:p>
          <a:p>
            <a:endParaRPr lang="fr-FR" dirty="0"/>
          </a:p>
          <a:p>
            <a:r>
              <a:rPr lang="fr-FR" dirty="0" err="1"/>
              <a:t>print</a:t>
            </a:r>
            <a:r>
              <a:rPr lang="fr-FR" dirty="0"/>
              <a:t>(list1[0:2])</a:t>
            </a:r>
          </a:p>
          <a:p>
            <a:r>
              <a:rPr lang="fr-FR" dirty="0" err="1"/>
              <a:t>print</a:t>
            </a:r>
            <a:r>
              <a:rPr lang="fr-FR" dirty="0"/>
              <a:t>(list1[2:])</a:t>
            </a:r>
          </a:p>
          <a:p>
            <a:r>
              <a:rPr lang="fr-FR" dirty="0" err="1"/>
              <a:t>print</a:t>
            </a:r>
            <a:r>
              <a:rPr lang="fr-FR" dirty="0"/>
              <a:t>(list1[-1])</a:t>
            </a:r>
          </a:p>
          <a:p>
            <a:r>
              <a:rPr lang="fr-FR" dirty="0" err="1"/>
              <a:t>print</a:t>
            </a:r>
            <a:r>
              <a:rPr lang="fr-FR" dirty="0"/>
              <a:t>(list1[-3:-1])</a:t>
            </a:r>
          </a:p>
          <a:p>
            <a:r>
              <a:rPr lang="fr-FR" dirty="0" err="1"/>
              <a:t>print</a:t>
            </a:r>
            <a:r>
              <a:rPr lang="fr-FR" dirty="0"/>
              <a:t>(list1[0:5])</a:t>
            </a:r>
          </a:p>
          <a:p>
            <a:r>
              <a:rPr lang="fr-FR" dirty="0" err="1"/>
              <a:t>print</a:t>
            </a:r>
            <a:r>
              <a:rPr lang="fr-FR" dirty="0"/>
              <a:t>(list1[0:5:2])</a:t>
            </a:r>
          </a:p>
          <a:p>
            <a:r>
              <a:rPr lang="fr-FR" dirty="0" err="1"/>
              <a:t>print</a:t>
            </a:r>
            <a:r>
              <a:rPr lang="fr-FR" dirty="0"/>
              <a:t>(list1[-1:-2])</a:t>
            </a:r>
          </a:p>
          <a:p>
            <a:r>
              <a:rPr lang="fr-FR" dirty="0" err="1"/>
              <a:t>print</a:t>
            </a:r>
            <a:r>
              <a:rPr lang="fr-FR" dirty="0"/>
              <a:t>(list1[-1:-2:-1])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D5D68-B829-4014-AEA9-629C8B921D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0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list1 = ["apple", "banana", "cherry", "mango", "orange"]</a:t>
            </a:r>
          </a:p>
          <a:p>
            <a:endParaRPr lang="en-US" dirty="0"/>
          </a:p>
          <a:p>
            <a:r>
              <a:rPr lang="en-US" dirty="0"/>
              <a:t>print(list1 + ["tomato", 50])</a:t>
            </a:r>
          </a:p>
          <a:p>
            <a:r>
              <a:rPr lang="en-US" dirty="0"/>
              <a:t>print(list1 * 3)</a:t>
            </a:r>
          </a:p>
          <a:p>
            <a:endParaRPr lang="en-US" dirty="0"/>
          </a:p>
          <a:p>
            <a:r>
              <a:rPr lang="en-US" dirty="0"/>
              <a:t>print(list1)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D5D68-B829-4014-AEA9-629C8B921D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47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fruits = ["Apple", "Cherry", "Banana", "Strawberry"]</a:t>
            </a:r>
          </a:p>
          <a:p>
            <a:r>
              <a:rPr lang="en-US" dirty="0"/>
              <a:t>watches = ("</a:t>
            </a:r>
            <a:r>
              <a:rPr lang="en-US" dirty="0" err="1"/>
              <a:t>Cellox</a:t>
            </a:r>
            <a:r>
              <a:rPr lang="en-US" dirty="0"/>
              <a:t>", "</a:t>
            </a:r>
            <a:r>
              <a:rPr lang="en-US" dirty="0" err="1"/>
              <a:t>Montex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/>
              <a:t>fruit1, *</a:t>
            </a:r>
            <a:r>
              <a:rPr lang="en-US" dirty="0" err="1"/>
              <a:t>rest_of_the_fruits</a:t>
            </a:r>
            <a:r>
              <a:rPr lang="en-US" dirty="0"/>
              <a:t> = fruits</a:t>
            </a:r>
          </a:p>
          <a:p>
            <a:r>
              <a:rPr lang="en-US" dirty="0"/>
              <a:t>watch1, watch2 = watches</a:t>
            </a:r>
          </a:p>
          <a:p>
            <a:endParaRPr lang="en-US" dirty="0"/>
          </a:p>
          <a:p>
            <a:r>
              <a:rPr lang="en-US" dirty="0"/>
              <a:t>print(fruit1)</a:t>
            </a:r>
          </a:p>
          <a:p>
            <a:r>
              <a:rPr lang="en-US" dirty="0"/>
              <a:t>print(</a:t>
            </a:r>
            <a:r>
              <a:rPr lang="en-US" dirty="0" err="1"/>
              <a:t>rest_of_the_fruits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print(watch1)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D5D68-B829-4014-AEA9-629C8B921D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75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= [5, 6, 25, 51]</a:t>
            </a:r>
          </a:p>
          <a:p>
            <a:r>
              <a:rPr lang="en-US" dirty="0"/>
              <a:t>b = [1, 9, 18, 46, 25]</a:t>
            </a:r>
          </a:p>
          <a:p>
            <a:endParaRPr lang="en-US" dirty="0"/>
          </a:p>
          <a:p>
            <a:r>
              <a:rPr lang="en-US" dirty="0"/>
              <a:t>if a &gt; b:</a:t>
            </a:r>
          </a:p>
          <a:p>
            <a:r>
              <a:rPr lang="en-US" dirty="0"/>
              <a:t>    print("a is bigger")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print("b is bigger")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D5D68-B829-4014-AEA9-629C8B921D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12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list1 = [2, 4, 1, 3]</a:t>
            </a:r>
          </a:p>
          <a:p>
            <a:r>
              <a:rPr lang="en-US" dirty="0"/>
              <a:t>list1.append(7)</a:t>
            </a:r>
          </a:p>
          <a:p>
            <a:endParaRPr lang="en-US" dirty="0"/>
          </a:p>
          <a:p>
            <a:r>
              <a:rPr lang="en-US" dirty="0"/>
              <a:t>list2 = [10, 11]</a:t>
            </a:r>
          </a:p>
          <a:p>
            <a:r>
              <a:rPr lang="en-US" dirty="0"/>
              <a:t>list1.extend(list2)</a:t>
            </a:r>
          </a:p>
          <a:p>
            <a:endParaRPr lang="en-US" dirty="0"/>
          </a:p>
          <a:p>
            <a:r>
              <a:rPr lang="en-US" dirty="0"/>
              <a:t>print(list1)</a:t>
            </a:r>
          </a:p>
          <a:p>
            <a:endParaRPr lang="en-US" dirty="0"/>
          </a:p>
          <a:p>
            <a:r>
              <a:rPr lang="en-US" dirty="0"/>
              <a:t>list1.insert(0, 0)</a:t>
            </a:r>
          </a:p>
          <a:p>
            <a:r>
              <a:rPr lang="en-US" dirty="0"/>
              <a:t>list1.reverse()</a:t>
            </a:r>
          </a:p>
          <a:p>
            <a:endParaRPr lang="en-US" dirty="0"/>
          </a:p>
          <a:p>
            <a:r>
              <a:rPr lang="en-US" dirty="0"/>
              <a:t>print(list1)</a:t>
            </a:r>
          </a:p>
          <a:p>
            <a:endParaRPr lang="en-US" dirty="0"/>
          </a:p>
          <a:p>
            <a:r>
              <a:rPr lang="en-US" dirty="0"/>
              <a:t>a = list1.pop()</a:t>
            </a:r>
          </a:p>
          <a:p>
            <a:r>
              <a:rPr lang="en-US" dirty="0"/>
              <a:t>print(a)</a:t>
            </a:r>
          </a:p>
          <a:p>
            <a:r>
              <a:rPr lang="en-US" dirty="0"/>
              <a:t>print(list1)</a:t>
            </a:r>
          </a:p>
          <a:p>
            <a:endParaRPr lang="en-US" dirty="0"/>
          </a:p>
          <a:p>
            <a:r>
              <a:rPr lang="en-US" dirty="0"/>
              <a:t>list1.remove(2)</a:t>
            </a:r>
          </a:p>
          <a:p>
            <a:r>
              <a:rPr lang="en-US" dirty="0"/>
              <a:t>print(list1)</a:t>
            </a:r>
          </a:p>
          <a:p>
            <a:endParaRPr lang="en-US" dirty="0"/>
          </a:p>
          <a:p>
            <a:r>
              <a:rPr lang="en-US" dirty="0"/>
              <a:t>list1.sort()</a:t>
            </a:r>
          </a:p>
          <a:p>
            <a:r>
              <a:rPr lang="en-US" dirty="0"/>
              <a:t>print(list1)</a:t>
            </a:r>
          </a:p>
          <a:p>
            <a:endParaRPr lang="en-US" dirty="0"/>
          </a:p>
          <a:p>
            <a:r>
              <a:rPr lang="en-US" dirty="0"/>
              <a:t>b = list1.index(7)</a:t>
            </a:r>
          </a:p>
          <a:p>
            <a:r>
              <a:rPr lang="en-US" dirty="0"/>
              <a:t>print(b)</a:t>
            </a:r>
          </a:p>
          <a:p>
            <a:endParaRPr lang="en-US" dirty="0"/>
          </a:p>
          <a:p>
            <a:r>
              <a:rPr lang="en-US" dirty="0"/>
              <a:t>c = list1.count(4)</a:t>
            </a:r>
          </a:p>
          <a:p>
            <a:r>
              <a:rPr lang="en-US" dirty="0"/>
              <a:t>print(c)</a:t>
            </a:r>
          </a:p>
          <a:p>
            <a:endParaRPr lang="en-US" dirty="0"/>
          </a:p>
          <a:p>
            <a:r>
              <a:rPr lang="en-US" dirty="0"/>
              <a:t>d = </a:t>
            </a:r>
            <a:r>
              <a:rPr lang="en-US" dirty="0" err="1"/>
              <a:t>len</a:t>
            </a:r>
            <a:r>
              <a:rPr lang="en-US" dirty="0"/>
              <a:t>(list1)</a:t>
            </a:r>
          </a:p>
          <a:p>
            <a:r>
              <a:rPr lang="en-US" dirty="0"/>
              <a:t>print(d)</a:t>
            </a:r>
          </a:p>
          <a:p>
            <a:endParaRPr lang="en-US" dirty="0"/>
          </a:p>
          <a:p>
            <a:r>
              <a:rPr lang="en-US" dirty="0"/>
              <a:t>list1.clear()</a:t>
            </a:r>
          </a:p>
          <a:p>
            <a:r>
              <a:rPr lang="en-US" dirty="0"/>
              <a:t>print(list1)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D5D68-B829-4014-AEA9-629C8B921DC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61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7F28-8BFA-4D0F-A89E-BC75BB5D6F52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92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6728-E591-4129-981A-E1ECC90F0CB5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6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6052-9FDE-4FE0-B91D-800871FFC7FD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77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79FB-E1EA-47D6-9E7A-BEF77DDC721C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31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0FCF6-9AF8-4C63-9883-E1CA77EF373C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77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EE91-576B-49E4-9185-A833B6D3B6AD}" type="datetime1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20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902D-A14C-4EA2-A583-6A9EB968B636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Md. Manirujjaman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78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0D53EDE-8748-4A20-8A8F-9856237695C5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Md. Manirujjaman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3558-0112-476D-BB33-2FDC98B83291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6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99F2-609E-4AC4-837F-FB160073B844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9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A522-FB15-42AB-99C1-217116211218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2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D74ECD6-2CA0-4F8E-A1BC-6C64643A0FCD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55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8.png"/><Relationship Id="rId7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9.pn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7.png"/><Relationship Id="rId7" Type="http://schemas.openxmlformats.org/officeDocument/2006/relationships/image" Target="../media/image4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18.png"/><Relationship Id="rId10" Type="http://schemas.openxmlformats.org/officeDocument/2006/relationships/image" Target="../media/image45.png"/><Relationship Id="rId4" Type="http://schemas.openxmlformats.org/officeDocument/2006/relationships/image" Target="../media/image21.png"/><Relationship Id="rId9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7.png"/><Relationship Id="rId7" Type="http://schemas.openxmlformats.org/officeDocument/2006/relationships/image" Target="../media/image5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5" Type="http://schemas.openxmlformats.org/officeDocument/2006/relationships/image" Target="../media/image9.png"/><Relationship Id="rId10" Type="http://schemas.openxmlformats.org/officeDocument/2006/relationships/image" Target="../media/image60.png"/><Relationship Id="rId4" Type="http://schemas.openxmlformats.org/officeDocument/2006/relationships/image" Target="../media/image8.png"/><Relationship Id="rId9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70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2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4" Type="http://schemas.openxmlformats.org/officeDocument/2006/relationships/image" Target="../media/image71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954783" y="2511805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56394" y="1654647"/>
            <a:ext cx="2981492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70" dirty="0"/>
              <a:t>Agenda</a:t>
            </a:r>
            <a:endParaRPr sz="6000" b="1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D585EF8-B581-091D-FD0D-89984F8F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CB-12A3-412A-9D8B-69EF66A70453}" type="datetime1">
              <a:rPr lang="en-US" smtClean="0"/>
              <a:t>3/29/2026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DDAAF56-4696-4966-994E-1AC849185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38C5803-D182-AE7C-2972-78F47BD8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9818" y="2973430"/>
            <a:ext cx="2695182" cy="4555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0689" y="3580762"/>
            <a:ext cx="1913440" cy="3651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73394" y="783081"/>
            <a:ext cx="4568698" cy="44645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4CB6A8-B38B-0FB3-3562-E10600A795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67" y="1608532"/>
            <a:ext cx="10482533" cy="381033"/>
          </a:xfrm>
          <a:prstGeom prst="rect">
            <a:avLst/>
          </a:prstGeom>
        </p:spPr>
      </p:pic>
      <p:pic>
        <p:nvPicPr>
          <p:cNvPr id="12" name="object 9">
            <a:extLst>
              <a:ext uri="{FF2B5EF4-FFF2-40B4-BE49-F238E27FC236}">
                <a16:creationId xmlns:a16="http://schemas.microsoft.com/office/drawing/2014/main" id="{B17EAEB6-706E-62F2-F1F2-FEA5962E18E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73394" y="783081"/>
            <a:ext cx="4568698" cy="44645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30084" y="526923"/>
            <a:ext cx="1757045" cy="1753870"/>
            <a:chOff x="9930084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10016616" y="533273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37846"/>
                  </a:moveTo>
                  <a:lnTo>
                    <a:pt x="64261" y="1599438"/>
                  </a:lnTo>
                </a:path>
                <a:path w="1663700" h="1663064">
                  <a:moveTo>
                    <a:pt x="0" y="417575"/>
                  </a:moveTo>
                  <a:lnTo>
                    <a:pt x="1245234" y="1662684"/>
                  </a:lnTo>
                </a:path>
                <a:path w="1663700" h="1663064">
                  <a:moveTo>
                    <a:pt x="1610994" y="1040638"/>
                  </a:moveTo>
                  <a:lnTo>
                    <a:pt x="623188" y="1040638"/>
                  </a:lnTo>
                  <a:lnTo>
                    <a:pt x="623188" y="52704"/>
                  </a:lnTo>
                </a:path>
                <a:path w="1663700" h="1663064">
                  <a:moveTo>
                    <a:pt x="1663700" y="606298"/>
                  </a:moveTo>
                  <a:lnTo>
                    <a:pt x="1057402" y="606298"/>
                  </a:lnTo>
                  <a:lnTo>
                    <a:pt x="105740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0084" y="532606"/>
              <a:ext cx="1754201" cy="174772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9814814" y="2531998"/>
            <a:ext cx="1862455" cy="633730"/>
            <a:chOff x="9814814" y="2531998"/>
            <a:chExt cx="1862455" cy="63373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57790" y="2531998"/>
              <a:ext cx="1419225" cy="6333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814814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9798177" y="3721100"/>
            <a:ext cx="1862455" cy="633730"/>
            <a:chOff x="9798177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41153" y="3721100"/>
              <a:ext cx="1419225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98177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55447" y="761441"/>
            <a:ext cx="56356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2595" algn="l"/>
              </a:tabLst>
            </a:pPr>
            <a:r>
              <a:rPr sz="4800" spc="-105" dirty="0"/>
              <a:t>List</a:t>
            </a:r>
            <a:r>
              <a:rPr sz="4800" spc="-195" dirty="0"/>
              <a:t> </a:t>
            </a:r>
            <a:r>
              <a:rPr sz="4800" spc="235" dirty="0"/>
              <a:t>&amp;</a:t>
            </a:r>
            <a:r>
              <a:rPr sz="4800" dirty="0"/>
              <a:t>Tuple</a:t>
            </a:r>
            <a:r>
              <a:rPr sz="4800" spc="-130" dirty="0"/>
              <a:t> </a:t>
            </a:r>
            <a:r>
              <a:rPr sz="4800" spc="65" dirty="0"/>
              <a:t>in</a:t>
            </a:r>
            <a:r>
              <a:rPr sz="4800" spc="-140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C0B268F9-1776-45C6-77B3-5E95D437F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1868-3FC3-4538-98CA-55339332DC26}" type="datetime1">
              <a:rPr lang="en-US" smtClean="0"/>
              <a:t>3/29/2026</a:t>
            </a:fld>
            <a:endParaRPr lang="en-US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53C42FBD-6C04-D88F-52FC-DC195329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7FEE01C8-F445-7727-AC26-8BC24A06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  <p:sp>
        <p:nvSpPr>
          <p:cNvPr id="17" name="object 17"/>
          <p:cNvSpPr/>
          <p:nvPr/>
        </p:nvSpPr>
        <p:spPr>
          <a:xfrm>
            <a:off x="568159" y="1917993"/>
            <a:ext cx="644525" cy="233045"/>
          </a:xfrm>
          <a:custGeom>
            <a:avLst/>
            <a:gdLst/>
            <a:ahLst/>
            <a:cxnLst/>
            <a:rect l="l" t="t" r="r" b="b"/>
            <a:pathLst>
              <a:path w="644525" h="233044">
                <a:moveTo>
                  <a:pt x="52387" y="11937"/>
                </a:moveTo>
                <a:lnTo>
                  <a:pt x="0" y="11937"/>
                </a:lnTo>
                <a:lnTo>
                  <a:pt x="0" y="227711"/>
                </a:lnTo>
                <a:lnTo>
                  <a:pt x="135877" y="227711"/>
                </a:lnTo>
                <a:lnTo>
                  <a:pt x="135877" y="182372"/>
                </a:lnTo>
                <a:lnTo>
                  <a:pt x="52387" y="182372"/>
                </a:lnTo>
                <a:lnTo>
                  <a:pt x="52387" y="11937"/>
                </a:lnTo>
                <a:close/>
              </a:path>
              <a:path w="644525" h="233044">
                <a:moveTo>
                  <a:pt x="192760" y="0"/>
                </a:moveTo>
                <a:lnTo>
                  <a:pt x="184823" y="0"/>
                </a:lnTo>
                <a:lnTo>
                  <a:pt x="181076" y="888"/>
                </a:lnTo>
                <a:lnTo>
                  <a:pt x="174231" y="3937"/>
                </a:lnTo>
                <a:lnTo>
                  <a:pt x="171170" y="5841"/>
                </a:lnTo>
                <a:lnTo>
                  <a:pt x="168503" y="8382"/>
                </a:lnTo>
                <a:lnTo>
                  <a:pt x="165823" y="10795"/>
                </a:lnTo>
                <a:lnTo>
                  <a:pt x="160312" y="34925"/>
                </a:lnTo>
                <a:lnTo>
                  <a:pt x="163042" y="41401"/>
                </a:lnTo>
                <a:lnTo>
                  <a:pt x="173951" y="52324"/>
                </a:lnTo>
                <a:lnTo>
                  <a:pt x="180746" y="54990"/>
                </a:lnTo>
                <a:lnTo>
                  <a:pt x="192760" y="54990"/>
                </a:lnTo>
                <a:lnTo>
                  <a:pt x="217614" y="31369"/>
                </a:lnTo>
                <a:lnTo>
                  <a:pt x="217614" y="23622"/>
                </a:lnTo>
                <a:lnTo>
                  <a:pt x="216922" y="20447"/>
                </a:lnTo>
                <a:lnTo>
                  <a:pt x="216839" y="20065"/>
                </a:lnTo>
                <a:lnTo>
                  <a:pt x="215421" y="17017"/>
                </a:lnTo>
                <a:lnTo>
                  <a:pt x="213766" y="13335"/>
                </a:lnTo>
                <a:lnTo>
                  <a:pt x="211734" y="10413"/>
                </a:lnTo>
                <a:lnTo>
                  <a:pt x="206667" y="5587"/>
                </a:lnTo>
                <a:lnTo>
                  <a:pt x="203619" y="3683"/>
                </a:lnTo>
                <a:lnTo>
                  <a:pt x="200050" y="2159"/>
                </a:lnTo>
                <a:lnTo>
                  <a:pt x="196806" y="888"/>
                </a:lnTo>
                <a:lnTo>
                  <a:pt x="197101" y="888"/>
                </a:lnTo>
                <a:lnTo>
                  <a:pt x="192760" y="0"/>
                </a:lnTo>
                <a:close/>
              </a:path>
              <a:path w="644525" h="233044">
                <a:moveTo>
                  <a:pt x="213893" y="75946"/>
                </a:moveTo>
                <a:lnTo>
                  <a:pt x="163880" y="75946"/>
                </a:lnTo>
                <a:lnTo>
                  <a:pt x="163880" y="227711"/>
                </a:lnTo>
                <a:lnTo>
                  <a:pt x="213893" y="227711"/>
                </a:lnTo>
                <a:lnTo>
                  <a:pt x="213893" y="75946"/>
                </a:lnTo>
                <a:close/>
              </a:path>
              <a:path w="644525" h="233044">
                <a:moveTo>
                  <a:pt x="271208" y="179577"/>
                </a:moveTo>
                <a:lnTo>
                  <a:pt x="243230" y="209169"/>
                </a:lnTo>
                <a:lnTo>
                  <a:pt x="249488" y="214622"/>
                </a:lnTo>
                <a:lnTo>
                  <a:pt x="256509" y="219360"/>
                </a:lnTo>
                <a:lnTo>
                  <a:pt x="300050" y="232284"/>
                </a:lnTo>
                <a:lnTo>
                  <a:pt x="309308" y="232663"/>
                </a:lnTo>
                <a:lnTo>
                  <a:pt x="317042" y="232663"/>
                </a:lnTo>
                <a:lnTo>
                  <a:pt x="324764" y="231775"/>
                </a:lnTo>
                <a:lnTo>
                  <a:pt x="332447" y="229870"/>
                </a:lnTo>
                <a:lnTo>
                  <a:pt x="340144" y="228091"/>
                </a:lnTo>
                <a:lnTo>
                  <a:pt x="372262" y="198500"/>
                </a:lnTo>
                <a:lnTo>
                  <a:pt x="372684" y="196723"/>
                </a:lnTo>
                <a:lnTo>
                  <a:pt x="301066" y="196723"/>
                </a:lnTo>
                <a:lnTo>
                  <a:pt x="294157" y="195072"/>
                </a:lnTo>
                <a:lnTo>
                  <a:pt x="287655" y="191770"/>
                </a:lnTo>
                <a:lnTo>
                  <a:pt x="281152" y="188595"/>
                </a:lnTo>
                <a:lnTo>
                  <a:pt x="275666" y="184530"/>
                </a:lnTo>
                <a:lnTo>
                  <a:pt x="271208" y="179577"/>
                </a:lnTo>
                <a:close/>
              </a:path>
              <a:path w="644525" h="233044">
                <a:moveTo>
                  <a:pt x="315112" y="70992"/>
                </a:moveTo>
                <a:lnTo>
                  <a:pt x="307771" y="70992"/>
                </a:lnTo>
                <a:lnTo>
                  <a:pt x="300405" y="72009"/>
                </a:lnTo>
                <a:lnTo>
                  <a:pt x="261683" y="92201"/>
                </a:lnTo>
                <a:lnTo>
                  <a:pt x="257810" y="98678"/>
                </a:lnTo>
                <a:lnTo>
                  <a:pt x="253949" y="105028"/>
                </a:lnTo>
                <a:lnTo>
                  <a:pt x="252006" y="112775"/>
                </a:lnTo>
                <a:lnTo>
                  <a:pt x="252006" y="129032"/>
                </a:lnTo>
                <a:lnTo>
                  <a:pt x="253326" y="135254"/>
                </a:lnTo>
                <a:lnTo>
                  <a:pt x="255955" y="140208"/>
                </a:lnTo>
                <a:lnTo>
                  <a:pt x="258584" y="145287"/>
                </a:lnTo>
                <a:lnTo>
                  <a:pt x="261975" y="149605"/>
                </a:lnTo>
                <a:lnTo>
                  <a:pt x="266141" y="153035"/>
                </a:lnTo>
                <a:lnTo>
                  <a:pt x="270319" y="156590"/>
                </a:lnTo>
                <a:lnTo>
                  <a:pt x="275056" y="159258"/>
                </a:lnTo>
                <a:lnTo>
                  <a:pt x="285673" y="163322"/>
                </a:lnTo>
                <a:lnTo>
                  <a:pt x="290957" y="164973"/>
                </a:lnTo>
                <a:lnTo>
                  <a:pt x="296214" y="166115"/>
                </a:lnTo>
                <a:lnTo>
                  <a:pt x="306527" y="168655"/>
                </a:lnTo>
                <a:lnTo>
                  <a:pt x="314147" y="170941"/>
                </a:lnTo>
                <a:lnTo>
                  <a:pt x="323964" y="175513"/>
                </a:lnTo>
                <a:lnTo>
                  <a:pt x="326428" y="178942"/>
                </a:lnTo>
                <a:lnTo>
                  <a:pt x="326351" y="188595"/>
                </a:lnTo>
                <a:lnTo>
                  <a:pt x="324434" y="191770"/>
                </a:lnTo>
                <a:lnTo>
                  <a:pt x="320471" y="193801"/>
                </a:lnTo>
                <a:lnTo>
                  <a:pt x="316496" y="195707"/>
                </a:lnTo>
                <a:lnTo>
                  <a:pt x="312483" y="196723"/>
                </a:lnTo>
                <a:lnTo>
                  <a:pt x="372684" y="196723"/>
                </a:lnTo>
                <a:lnTo>
                  <a:pt x="374192" y="190373"/>
                </a:lnTo>
                <a:lnTo>
                  <a:pt x="374192" y="173482"/>
                </a:lnTo>
                <a:lnTo>
                  <a:pt x="348818" y="141986"/>
                </a:lnTo>
                <a:lnTo>
                  <a:pt x="316001" y="132207"/>
                </a:lnTo>
                <a:lnTo>
                  <a:pt x="308914" y="130301"/>
                </a:lnTo>
                <a:lnTo>
                  <a:pt x="304545" y="128397"/>
                </a:lnTo>
                <a:lnTo>
                  <a:pt x="300177" y="126619"/>
                </a:lnTo>
                <a:lnTo>
                  <a:pt x="297992" y="123571"/>
                </a:lnTo>
                <a:lnTo>
                  <a:pt x="297992" y="114808"/>
                </a:lnTo>
                <a:lnTo>
                  <a:pt x="299986" y="111633"/>
                </a:lnTo>
                <a:lnTo>
                  <a:pt x="303949" y="109854"/>
                </a:lnTo>
                <a:lnTo>
                  <a:pt x="307924" y="107950"/>
                </a:lnTo>
                <a:lnTo>
                  <a:pt x="312229" y="107061"/>
                </a:lnTo>
                <a:lnTo>
                  <a:pt x="361863" y="107061"/>
                </a:lnTo>
                <a:lnTo>
                  <a:pt x="375983" y="92455"/>
                </a:lnTo>
                <a:lnTo>
                  <a:pt x="340322" y="74100"/>
                </a:lnTo>
                <a:lnTo>
                  <a:pt x="323615" y="71346"/>
                </a:lnTo>
                <a:lnTo>
                  <a:pt x="315112" y="70992"/>
                </a:lnTo>
                <a:close/>
              </a:path>
              <a:path w="644525" h="233044">
                <a:moveTo>
                  <a:pt x="361863" y="107061"/>
                </a:moveTo>
                <a:lnTo>
                  <a:pt x="323049" y="107061"/>
                </a:lnTo>
                <a:lnTo>
                  <a:pt x="328853" y="108330"/>
                </a:lnTo>
                <a:lnTo>
                  <a:pt x="339763" y="113664"/>
                </a:lnTo>
                <a:lnTo>
                  <a:pt x="344525" y="116839"/>
                </a:lnTo>
                <a:lnTo>
                  <a:pt x="348602" y="120776"/>
                </a:lnTo>
                <a:lnTo>
                  <a:pt x="361863" y="107061"/>
                </a:lnTo>
                <a:close/>
              </a:path>
              <a:path w="644525" h="233044">
                <a:moveTo>
                  <a:pt x="462978" y="113411"/>
                </a:moveTo>
                <a:lnTo>
                  <a:pt x="414159" y="113411"/>
                </a:lnTo>
                <a:lnTo>
                  <a:pt x="414159" y="185547"/>
                </a:lnTo>
                <a:lnTo>
                  <a:pt x="414743" y="190246"/>
                </a:lnTo>
                <a:lnTo>
                  <a:pt x="414821" y="190880"/>
                </a:lnTo>
                <a:lnTo>
                  <a:pt x="414916" y="191642"/>
                </a:lnTo>
                <a:lnTo>
                  <a:pt x="415011" y="192404"/>
                </a:lnTo>
                <a:lnTo>
                  <a:pt x="415074" y="192912"/>
                </a:lnTo>
                <a:lnTo>
                  <a:pt x="435610" y="225044"/>
                </a:lnTo>
                <a:lnTo>
                  <a:pt x="468033" y="231521"/>
                </a:lnTo>
                <a:lnTo>
                  <a:pt x="473392" y="231521"/>
                </a:lnTo>
                <a:lnTo>
                  <a:pt x="497052" y="226822"/>
                </a:lnTo>
                <a:lnTo>
                  <a:pt x="496499" y="192912"/>
                </a:lnTo>
                <a:lnTo>
                  <a:pt x="496495" y="192659"/>
                </a:lnTo>
                <a:lnTo>
                  <a:pt x="474738" y="192659"/>
                </a:lnTo>
                <a:lnTo>
                  <a:pt x="469798" y="190880"/>
                </a:lnTo>
                <a:lnTo>
                  <a:pt x="467067" y="187325"/>
                </a:lnTo>
                <a:lnTo>
                  <a:pt x="464337" y="183896"/>
                </a:lnTo>
                <a:lnTo>
                  <a:pt x="462978" y="178562"/>
                </a:lnTo>
                <a:lnTo>
                  <a:pt x="462978" y="113411"/>
                </a:lnTo>
                <a:close/>
              </a:path>
              <a:path w="644525" h="233044">
                <a:moveTo>
                  <a:pt x="496455" y="190246"/>
                </a:moveTo>
                <a:lnTo>
                  <a:pt x="494576" y="191008"/>
                </a:lnTo>
                <a:lnTo>
                  <a:pt x="492264" y="191642"/>
                </a:lnTo>
                <a:lnTo>
                  <a:pt x="486816" y="192404"/>
                </a:lnTo>
                <a:lnTo>
                  <a:pt x="484263" y="192659"/>
                </a:lnTo>
                <a:lnTo>
                  <a:pt x="496495" y="192659"/>
                </a:lnTo>
                <a:lnTo>
                  <a:pt x="496455" y="190246"/>
                </a:lnTo>
                <a:close/>
              </a:path>
              <a:path w="644525" h="233044">
                <a:moveTo>
                  <a:pt x="498551" y="75946"/>
                </a:moveTo>
                <a:lnTo>
                  <a:pt x="389750" y="75946"/>
                </a:lnTo>
                <a:lnTo>
                  <a:pt x="389750" y="113411"/>
                </a:lnTo>
                <a:lnTo>
                  <a:pt x="498551" y="113411"/>
                </a:lnTo>
                <a:lnTo>
                  <a:pt x="498551" y="75946"/>
                </a:lnTo>
                <a:close/>
              </a:path>
              <a:path w="644525" h="233044">
                <a:moveTo>
                  <a:pt x="462978" y="36067"/>
                </a:moveTo>
                <a:lnTo>
                  <a:pt x="413867" y="36067"/>
                </a:lnTo>
                <a:lnTo>
                  <a:pt x="413867" y="75946"/>
                </a:lnTo>
                <a:lnTo>
                  <a:pt x="462978" y="75946"/>
                </a:lnTo>
                <a:lnTo>
                  <a:pt x="462978" y="36067"/>
                </a:lnTo>
                <a:close/>
              </a:path>
              <a:path w="644525" h="233044">
                <a:moveTo>
                  <a:pt x="539432" y="179577"/>
                </a:moveTo>
                <a:lnTo>
                  <a:pt x="511454" y="209169"/>
                </a:lnTo>
                <a:lnTo>
                  <a:pt x="517712" y="214622"/>
                </a:lnTo>
                <a:lnTo>
                  <a:pt x="524733" y="219360"/>
                </a:lnTo>
                <a:lnTo>
                  <a:pt x="568274" y="232284"/>
                </a:lnTo>
                <a:lnTo>
                  <a:pt x="577532" y="232663"/>
                </a:lnTo>
                <a:lnTo>
                  <a:pt x="585266" y="232663"/>
                </a:lnTo>
                <a:lnTo>
                  <a:pt x="592988" y="231775"/>
                </a:lnTo>
                <a:lnTo>
                  <a:pt x="600671" y="229870"/>
                </a:lnTo>
                <a:lnTo>
                  <a:pt x="608368" y="228091"/>
                </a:lnTo>
                <a:lnTo>
                  <a:pt x="640486" y="198500"/>
                </a:lnTo>
                <a:lnTo>
                  <a:pt x="640908" y="196723"/>
                </a:lnTo>
                <a:lnTo>
                  <a:pt x="569290" y="196723"/>
                </a:lnTo>
                <a:lnTo>
                  <a:pt x="562381" y="195072"/>
                </a:lnTo>
                <a:lnTo>
                  <a:pt x="555879" y="191770"/>
                </a:lnTo>
                <a:lnTo>
                  <a:pt x="549376" y="188595"/>
                </a:lnTo>
                <a:lnTo>
                  <a:pt x="543890" y="184530"/>
                </a:lnTo>
                <a:lnTo>
                  <a:pt x="539432" y="179577"/>
                </a:lnTo>
                <a:close/>
              </a:path>
              <a:path w="644525" h="233044">
                <a:moveTo>
                  <a:pt x="583336" y="70992"/>
                </a:moveTo>
                <a:lnTo>
                  <a:pt x="575995" y="70992"/>
                </a:lnTo>
                <a:lnTo>
                  <a:pt x="568629" y="72009"/>
                </a:lnTo>
                <a:lnTo>
                  <a:pt x="529907" y="92201"/>
                </a:lnTo>
                <a:lnTo>
                  <a:pt x="526034" y="98678"/>
                </a:lnTo>
                <a:lnTo>
                  <a:pt x="522173" y="105028"/>
                </a:lnTo>
                <a:lnTo>
                  <a:pt x="520230" y="112775"/>
                </a:lnTo>
                <a:lnTo>
                  <a:pt x="520230" y="129032"/>
                </a:lnTo>
                <a:lnTo>
                  <a:pt x="521550" y="135254"/>
                </a:lnTo>
                <a:lnTo>
                  <a:pt x="524179" y="140208"/>
                </a:lnTo>
                <a:lnTo>
                  <a:pt x="526808" y="145287"/>
                </a:lnTo>
                <a:lnTo>
                  <a:pt x="530199" y="149605"/>
                </a:lnTo>
                <a:lnTo>
                  <a:pt x="534365" y="153035"/>
                </a:lnTo>
                <a:lnTo>
                  <a:pt x="538543" y="156590"/>
                </a:lnTo>
                <a:lnTo>
                  <a:pt x="543280" y="159258"/>
                </a:lnTo>
                <a:lnTo>
                  <a:pt x="553897" y="163322"/>
                </a:lnTo>
                <a:lnTo>
                  <a:pt x="559181" y="164973"/>
                </a:lnTo>
                <a:lnTo>
                  <a:pt x="564438" y="166115"/>
                </a:lnTo>
                <a:lnTo>
                  <a:pt x="574751" y="168655"/>
                </a:lnTo>
                <a:lnTo>
                  <a:pt x="582371" y="170941"/>
                </a:lnTo>
                <a:lnTo>
                  <a:pt x="592188" y="175513"/>
                </a:lnTo>
                <a:lnTo>
                  <a:pt x="594652" y="178942"/>
                </a:lnTo>
                <a:lnTo>
                  <a:pt x="594575" y="188595"/>
                </a:lnTo>
                <a:lnTo>
                  <a:pt x="592658" y="191770"/>
                </a:lnTo>
                <a:lnTo>
                  <a:pt x="588695" y="193801"/>
                </a:lnTo>
                <a:lnTo>
                  <a:pt x="584720" y="195707"/>
                </a:lnTo>
                <a:lnTo>
                  <a:pt x="580707" y="196723"/>
                </a:lnTo>
                <a:lnTo>
                  <a:pt x="640908" y="196723"/>
                </a:lnTo>
                <a:lnTo>
                  <a:pt x="642416" y="190373"/>
                </a:lnTo>
                <a:lnTo>
                  <a:pt x="642416" y="173482"/>
                </a:lnTo>
                <a:lnTo>
                  <a:pt x="617042" y="141986"/>
                </a:lnTo>
                <a:lnTo>
                  <a:pt x="584225" y="132207"/>
                </a:lnTo>
                <a:lnTo>
                  <a:pt x="577138" y="130301"/>
                </a:lnTo>
                <a:lnTo>
                  <a:pt x="572770" y="128397"/>
                </a:lnTo>
                <a:lnTo>
                  <a:pt x="568401" y="126619"/>
                </a:lnTo>
                <a:lnTo>
                  <a:pt x="566216" y="123571"/>
                </a:lnTo>
                <a:lnTo>
                  <a:pt x="566216" y="114808"/>
                </a:lnTo>
                <a:lnTo>
                  <a:pt x="568210" y="111633"/>
                </a:lnTo>
                <a:lnTo>
                  <a:pt x="572173" y="109854"/>
                </a:lnTo>
                <a:lnTo>
                  <a:pt x="576148" y="107950"/>
                </a:lnTo>
                <a:lnTo>
                  <a:pt x="580453" y="107061"/>
                </a:lnTo>
                <a:lnTo>
                  <a:pt x="630087" y="107061"/>
                </a:lnTo>
                <a:lnTo>
                  <a:pt x="644207" y="92455"/>
                </a:lnTo>
                <a:lnTo>
                  <a:pt x="608546" y="74100"/>
                </a:lnTo>
                <a:lnTo>
                  <a:pt x="591839" y="71346"/>
                </a:lnTo>
                <a:lnTo>
                  <a:pt x="583336" y="70992"/>
                </a:lnTo>
                <a:close/>
              </a:path>
              <a:path w="644525" h="233044">
                <a:moveTo>
                  <a:pt x="630087" y="107061"/>
                </a:moveTo>
                <a:lnTo>
                  <a:pt x="591273" y="107061"/>
                </a:lnTo>
                <a:lnTo>
                  <a:pt x="597077" y="108330"/>
                </a:lnTo>
                <a:lnTo>
                  <a:pt x="607987" y="113664"/>
                </a:lnTo>
                <a:lnTo>
                  <a:pt x="612749" y="116839"/>
                </a:lnTo>
                <a:lnTo>
                  <a:pt x="616826" y="120776"/>
                </a:lnTo>
                <a:lnTo>
                  <a:pt x="630087" y="107061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56370" y="1931161"/>
            <a:ext cx="501650" cy="234315"/>
          </a:xfrm>
          <a:custGeom>
            <a:avLst/>
            <a:gdLst/>
            <a:ahLst/>
            <a:cxnLst/>
            <a:rect l="l" t="t" r="r" b="b"/>
            <a:pathLst>
              <a:path w="501650" h="234314">
                <a:moveTo>
                  <a:pt x="109132" y="101600"/>
                </a:moveTo>
                <a:lnTo>
                  <a:pt x="62241" y="101600"/>
                </a:lnTo>
                <a:lnTo>
                  <a:pt x="71006" y="102171"/>
                </a:lnTo>
                <a:lnTo>
                  <a:pt x="78640" y="103886"/>
                </a:lnTo>
                <a:lnTo>
                  <a:pt x="100341" y="138429"/>
                </a:lnTo>
                <a:lnTo>
                  <a:pt x="100341" y="142970"/>
                </a:lnTo>
                <a:lnTo>
                  <a:pt x="90699" y="142970"/>
                </a:lnTo>
                <a:lnTo>
                  <a:pt x="81212" y="143255"/>
                </a:lnTo>
                <a:lnTo>
                  <a:pt x="37907" y="148328"/>
                </a:lnTo>
                <a:lnTo>
                  <a:pt x="4599" y="169931"/>
                </a:lnTo>
                <a:lnTo>
                  <a:pt x="0" y="199262"/>
                </a:lnTo>
                <a:lnTo>
                  <a:pt x="1408" y="205486"/>
                </a:lnTo>
                <a:lnTo>
                  <a:pt x="26702" y="230377"/>
                </a:lnTo>
                <a:lnTo>
                  <a:pt x="26877" y="230377"/>
                </a:lnTo>
                <a:lnTo>
                  <a:pt x="32269" y="231901"/>
                </a:lnTo>
                <a:lnTo>
                  <a:pt x="38111" y="233425"/>
                </a:lnTo>
                <a:lnTo>
                  <a:pt x="43699" y="234187"/>
                </a:lnTo>
                <a:lnTo>
                  <a:pt x="49160" y="234187"/>
                </a:lnTo>
                <a:lnTo>
                  <a:pt x="90610" y="219614"/>
                </a:lnTo>
                <a:lnTo>
                  <a:pt x="93050" y="217042"/>
                </a:lnTo>
                <a:lnTo>
                  <a:pt x="50557" y="217042"/>
                </a:lnTo>
                <a:lnTo>
                  <a:pt x="46620" y="216534"/>
                </a:lnTo>
                <a:lnTo>
                  <a:pt x="24141" y="202691"/>
                </a:lnTo>
                <a:lnTo>
                  <a:pt x="22109" y="199262"/>
                </a:lnTo>
                <a:lnTo>
                  <a:pt x="21220" y="195071"/>
                </a:lnTo>
                <a:lnTo>
                  <a:pt x="21314" y="183024"/>
                </a:lnTo>
                <a:lnTo>
                  <a:pt x="23379" y="177800"/>
                </a:lnTo>
                <a:lnTo>
                  <a:pt x="59955" y="160908"/>
                </a:lnTo>
                <a:lnTo>
                  <a:pt x="67467" y="160246"/>
                </a:lnTo>
                <a:lnTo>
                  <a:pt x="67086" y="160246"/>
                </a:lnTo>
                <a:lnTo>
                  <a:pt x="75066" y="159720"/>
                </a:lnTo>
                <a:lnTo>
                  <a:pt x="81530" y="159400"/>
                </a:lnTo>
                <a:lnTo>
                  <a:pt x="87969" y="159200"/>
                </a:lnTo>
                <a:lnTo>
                  <a:pt x="120026" y="159200"/>
                </a:lnTo>
                <a:lnTo>
                  <a:pt x="120026" y="127253"/>
                </a:lnTo>
                <a:lnTo>
                  <a:pt x="118629" y="119633"/>
                </a:lnTo>
                <a:lnTo>
                  <a:pt x="115765" y="113156"/>
                </a:lnTo>
                <a:lnTo>
                  <a:pt x="112873" y="106743"/>
                </a:lnTo>
                <a:lnTo>
                  <a:pt x="112787" y="106552"/>
                </a:lnTo>
                <a:lnTo>
                  <a:pt x="109132" y="101600"/>
                </a:lnTo>
                <a:close/>
              </a:path>
              <a:path w="501650" h="234314">
                <a:moveTo>
                  <a:pt x="120103" y="207263"/>
                </a:moveTo>
                <a:lnTo>
                  <a:pt x="101738" y="207263"/>
                </a:lnTo>
                <a:lnTo>
                  <a:pt x="101831" y="213927"/>
                </a:lnTo>
                <a:lnTo>
                  <a:pt x="101937" y="215772"/>
                </a:lnTo>
                <a:lnTo>
                  <a:pt x="102246" y="219075"/>
                </a:lnTo>
                <a:lnTo>
                  <a:pt x="102754" y="223138"/>
                </a:lnTo>
                <a:lnTo>
                  <a:pt x="103072" y="226313"/>
                </a:lnTo>
                <a:lnTo>
                  <a:pt x="103135" y="226949"/>
                </a:lnTo>
                <a:lnTo>
                  <a:pt x="103770" y="230377"/>
                </a:lnTo>
                <a:lnTo>
                  <a:pt x="122439" y="230377"/>
                </a:lnTo>
                <a:lnTo>
                  <a:pt x="121550" y="226313"/>
                </a:lnTo>
                <a:lnTo>
                  <a:pt x="121042" y="221361"/>
                </a:lnTo>
                <a:lnTo>
                  <a:pt x="120761" y="217042"/>
                </a:lnTo>
                <a:lnTo>
                  <a:pt x="120678" y="215772"/>
                </a:lnTo>
                <a:lnTo>
                  <a:pt x="120283" y="211074"/>
                </a:lnTo>
                <a:lnTo>
                  <a:pt x="120251" y="210692"/>
                </a:lnTo>
                <a:lnTo>
                  <a:pt x="120139" y="208914"/>
                </a:lnTo>
                <a:lnTo>
                  <a:pt x="120103" y="207263"/>
                </a:lnTo>
                <a:close/>
              </a:path>
              <a:path w="501650" h="234314">
                <a:moveTo>
                  <a:pt x="120026" y="159200"/>
                </a:moveTo>
                <a:lnTo>
                  <a:pt x="100341" y="159200"/>
                </a:lnTo>
                <a:lnTo>
                  <a:pt x="100339" y="176037"/>
                </a:lnTo>
                <a:lnTo>
                  <a:pt x="99325" y="182117"/>
                </a:lnTo>
                <a:lnTo>
                  <a:pt x="74179" y="213232"/>
                </a:lnTo>
                <a:lnTo>
                  <a:pt x="68591" y="215772"/>
                </a:lnTo>
                <a:lnTo>
                  <a:pt x="61987" y="217042"/>
                </a:lnTo>
                <a:lnTo>
                  <a:pt x="93050" y="217042"/>
                </a:lnTo>
                <a:lnTo>
                  <a:pt x="96006" y="213927"/>
                </a:lnTo>
                <a:lnTo>
                  <a:pt x="101103" y="207263"/>
                </a:lnTo>
                <a:lnTo>
                  <a:pt x="120103" y="207263"/>
                </a:lnTo>
                <a:lnTo>
                  <a:pt x="120026" y="159200"/>
                </a:lnTo>
                <a:close/>
              </a:path>
              <a:path w="501650" h="234314">
                <a:moveTo>
                  <a:pt x="72274" y="84074"/>
                </a:moveTo>
                <a:lnTo>
                  <a:pt x="64527" y="84074"/>
                </a:lnTo>
                <a:lnTo>
                  <a:pt x="55620" y="84451"/>
                </a:lnTo>
                <a:lnTo>
                  <a:pt x="18585" y="96504"/>
                </a:lnTo>
                <a:lnTo>
                  <a:pt x="8393" y="104520"/>
                </a:lnTo>
                <a:lnTo>
                  <a:pt x="19950" y="118237"/>
                </a:lnTo>
                <a:lnTo>
                  <a:pt x="25030" y="113156"/>
                </a:lnTo>
                <a:lnTo>
                  <a:pt x="31253" y="109092"/>
                </a:lnTo>
                <a:lnTo>
                  <a:pt x="38492" y="106044"/>
                </a:lnTo>
                <a:lnTo>
                  <a:pt x="45858" y="103124"/>
                </a:lnTo>
                <a:lnTo>
                  <a:pt x="53732" y="101600"/>
                </a:lnTo>
                <a:lnTo>
                  <a:pt x="109132" y="101600"/>
                </a:lnTo>
                <a:lnTo>
                  <a:pt x="108850" y="101218"/>
                </a:lnTo>
                <a:lnTo>
                  <a:pt x="103770" y="96900"/>
                </a:lnTo>
                <a:lnTo>
                  <a:pt x="98690" y="92709"/>
                </a:lnTo>
                <a:lnTo>
                  <a:pt x="92848" y="89407"/>
                </a:lnTo>
                <a:lnTo>
                  <a:pt x="86183" y="87395"/>
                </a:lnTo>
                <a:lnTo>
                  <a:pt x="79513" y="85216"/>
                </a:lnTo>
                <a:lnTo>
                  <a:pt x="72274" y="84074"/>
                </a:lnTo>
                <a:close/>
              </a:path>
              <a:path w="501650" h="234314">
                <a:moveTo>
                  <a:pt x="198258" y="87883"/>
                </a:moveTo>
                <a:lnTo>
                  <a:pt x="178446" y="87883"/>
                </a:lnTo>
                <a:lnTo>
                  <a:pt x="178737" y="91566"/>
                </a:lnTo>
                <a:lnTo>
                  <a:pt x="178852" y="93235"/>
                </a:lnTo>
                <a:lnTo>
                  <a:pt x="178981" y="96013"/>
                </a:lnTo>
                <a:lnTo>
                  <a:pt x="179081" y="98170"/>
                </a:lnTo>
                <a:lnTo>
                  <a:pt x="179171" y="100329"/>
                </a:lnTo>
                <a:lnTo>
                  <a:pt x="179272" y="102742"/>
                </a:lnTo>
                <a:lnTo>
                  <a:pt x="179362" y="104901"/>
                </a:lnTo>
                <a:lnTo>
                  <a:pt x="179473" y="107568"/>
                </a:lnTo>
                <a:lnTo>
                  <a:pt x="179589" y="230377"/>
                </a:lnTo>
                <a:lnTo>
                  <a:pt x="200417" y="230377"/>
                </a:lnTo>
                <a:lnTo>
                  <a:pt x="200417" y="147700"/>
                </a:lnTo>
                <a:lnTo>
                  <a:pt x="201687" y="139445"/>
                </a:lnTo>
                <a:lnTo>
                  <a:pt x="206513" y="125475"/>
                </a:lnTo>
                <a:lnTo>
                  <a:pt x="209744" y="119761"/>
                </a:lnTo>
                <a:lnTo>
                  <a:pt x="209815" y="119633"/>
                </a:lnTo>
                <a:lnTo>
                  <a:pt x="216476" y="112140"/>
                </a:lnTo>
                <a:lnTo>
                  <a:pt x="199401" y="112140"/>
                </a:lnTo>
                <a:lnTo>
                  <a:pt x="199274" y="105282"/>
                </a:lnTo>
                <a:lnTo>
                  <a:pt x="199153" y="100790"/>
                </a:lnTo>
                <a:lnTo>
                  <a:pt x="198734" y="93235"/>
                </a:lnTo>
                <a:lnTo>
                  <a:pt x="198639" y="91566"/>
                </a:lnTo>
                <a:lnTo>
                  <a:pt x="198319" y="88467"/>
                </a:lnTo>
                <a:lnTo>
                  <a:pt x="198258" y="87883"/>
                </a:lnTo>
                <a:close/>
              </a:path>
              <a:path w="501650" h="234314">
                <a:moveTo>
                  <a:pt x="290440" y="101600"/>
                </a:moveTo>
                <a:lnTo>
                  <a:pt x="251217" y="101600"/>
                </a:lnTo>
                <a:lnTo>
                  <a:pt x="257440" y="102742"/>
                </a:lnTo>
                <a:lnTo>
                  <a:pt x="261872" y="104901"/>
                </a:lnTo>
                <a:lnTo>
                  <a:pt x="267473" y="107568"/>
                </a:lnTo>
                <a:lnTo>
                  <a:pt x="271410" y="110997"/>
                </a:lnTo>
                <a:lnTo>
                  <a:pt x="274331" y="115442"/>
                </a:lnTo>
                <a:lnTo>
                  <a:pt x="277167" y="119633"/>
                </a:lnTo>
                <a:lnTo>
                  <a:pt x="282332" y="230377"/>
                </a:lnTo>
                <a:lnTo>
                  <a:pt x="303160" y="230377"/>
                </a:lnTo>
                <a:lnTo>
                  <a:pt x="303160" y="142875"/>
                </a:lnTo>
                <a:lnTo>
                  <a:pt x="302305" y="130280"/>
                </a:lnTo>
                <a:lnTo>
                  <a:pt x="299923" y="119761"/>
                </a:lnTo>
                <a:lnTo>
                  <a:pt x="299895" y="119633"/>
                </a:lnTo>
                <a:lnTo>
                  <a:pt x="299780" y="119125"/>
                </a:lnTo>
                <a:lnTo>
                  <a:pt x="299747" y="118983"/>
                </a:lnTo>
                <a:lnTo>
                  <a:pt x="295499" y="108995"/>
                </a:lnTo>
                <a:lnTo>
                  <a:pt x="290440" y="101600"/>
                </a:lnTo>
                <a:close/>
              </a:path>
              <a:path w="501650" h="234314">
                <a:moveTo>
                  <a:pt x="248804" y="84074"/>
                </a:moveTo>
                <a:lnTo>
                  <a:pt x="208053" y="100790"/>
                </a:lnTo>
                <a:lnTo>
                  <a:pt x="200163" y="112140"/>
                </a:lnTo>
                <a:lnTo>
                  <a:pt x="216476" y="112140"/>
                </a:lnTo>
                <a:lnTo>
                  <a:pt x="217943" y="110489"/>
                </a:lnTo>
                <a:lnTo>
                  <a:pt x="222515" y="107187"/>
                </a:lnTo>
                <a:lnTo>
                  <a:pt x="227722" y="104901"/>
                </a:lnTo>
                <a:lnTo>
                  <a:pt x="232520" y="102742"/>
                </a:lnTo>
                <a:lnTo>
                  <a:pt x="232136" y="102742"/>
                </a:lnTo>
                <a:lnTo>
                  <a:pt x="238136" y="101600"/>
                </a:lnTo>
                <a:lnTo>
                  <a:pt x="290440" y="101600"/>
                </a:lnTo>
                <a:lnTo>
                  <a:pt x="289571" y="100329"/>
                </a:lnTo>
                <a:lnTo>
                  <a:pt x="281880" y="93235"/>
                </a:lnTo>
                <a:lnTo>
                  <a:pt x="272522" y="88153"/>
                </a:lnTo>
                <a:lnTo>
                  <a:pt x="261497" y="85095"/>
                </a:lnTo>
                <a:lnTo>
                  <a:pt x="248804" y="84074"/>
                </a:lnTo>
                <a:close/>
              </a:path>
              <a:path w="501650" h="234314">
                <a:moveTo>
                  <a:pt x="425969" y="84074"/>
                </a:moveTo>
                <a:lnTo>
                  <a:pt x="416163" y="84526"/>
                </a:lnTo>
                <a:lnTo>
                  <a:pt x="417273" y="84526"/>
                </a:lnTo>
                <a:lnTo>
                  <a:pt x="410031" y="85566"/>
                </a:lnTo>
                <a:lnTo>
                  <a:pt x="372325" y="105850"/>
                </a:lnTo>
                <a:lnTo>
                  <a:pt x="353614" y="143382"/>
                </a:lnTo>
                <a:lnTo>
                  <a:pt x="352561" y="151002"/>
                </a:lnTo>
                <a:lnTo>
                  <a:pt x="352516" y="151346"/>
                </a:lnTo>
                <a:lnTo>
                  <a:pt x="352182" y="159130"/>
                </a:lnTo>
                <a:lnTo>
                  <a:pt x="352516" y="166897"/>
                </a:lnTo>
                <a:lnTo>
                  <a:pt x="353538" y="174497"/>
                </a:lnTo>
                <a:lnTo>
                  <a:pt x="372375" y="212470"/>
                </a:lnTo>
                <a:lnTo>
                  <a:pt x="410031" y="232743"/>
                </a:lnTo>
                <a:lnTo>
                  <a:pt x="425969" y="234187"/>
                </a:lnTo>
                <a:lnTo>
                  <a:pt x="432140" y="233828"/>
                </a:lnTo>
                <a:lnTo>
                  <a:pt x="433192" y="233828"/>
                </a:lnTo>
                <a:lnTo>
                  <a:pt x="469388" y="218344"/>
                </a:lnTo>
                <a:lnTo>
                  <a:pt x="471337" y="216407"/>
                </a:lnTo>
                <a:lnTo>
                  <a:pt x="419619" y="216407"/>
                </a:lnTo>
                <a:lnTo>
                  <a:pt x="411999" y="215011"/>
                </a:lnTo>
                <a:lnTo>
                  <a:pt x="405268" y="211962"/>
                </a:lnTo>
                <a:lnTo>
                  <a:pt x="398537" y="209041"/>
                </a:lnTo>
                <a:lnTo>
                  <a:pt x="392822" y="204977"/>
                </a:lnTo>
                <a:lnTo>
                  <a:pt x="383678" y="194563"/>
                </a:lnTo>
                <a:lnTo>
                  <a:pt x="380395" y="188849"/>
                </a:lnTo>
                <a:lnTo>
                  <a:pt x="380322" y="188721"/>
                </a:lnTo>
                <a:lnTo>
                  <a:pt x="377846" y="181863"/>
                </a:lnTo>
                <a:lnTo>
                  <a:pt x="375296" y="174497"/>
                </a:lnTo>
                <a:lnTo>
                  <a:pt x="374173" y="167258"/>
                </a:lnTo>
                <a:lnTo>
                  <a:pt x="374192" y="151002"/>
                </a:lnTo>
                <a:lnTo>
                  <a:pt x="392822" y="113283"/>
                </a:lnTo>
                <a:lnTo>
                  <a:pt x="419619" y="101600"/>
                </a:lnTo>
                <a:lnTo>
                  <a:pt x="470827" y="101600"/>
                </a:lnTo>
                <a:lnTo>
                  <a:pt x="469388" y="100139"/>
                </a:lnTo>
                <a:lnTo>
                  <a:pt x="433709" y="84526"/>
                </a:lnTo>
                <a:lnTo>
                  <a:pt x="425969" y="84074"/>
                </a:lnTo>
                <a:close/>
              </a:path>
              <a:path w="501650" h="234314">
                <a:moveTo>
                  <a:pt x="501280" y="206375"/>
                </a:moveTo>
                <a:lnTo>
                  <a:pt x="480579" y="206375"/>
                </a:lnTo>
                <a:lnTo>
                  <a:pt x="480579" y="230377"/>
                </a:lnTo>
                <a:lnTo>
                  <a:pt x="501280" y="230377"/>
                </a:lnTo>
                <a:lnTo>
                  <a:pt x="501280" y="206375"/>
                </a:lnTo>
                <a:close/>
              </a:path>
              <a:path w="501650" h="234314">
                <a:moveTo>
                  <a:pt x="470827" y="101600"/>
                </a:moveTo>
                <a:lnTo>
                  <a:pt x="436129" y="101600"/>
                </a:lnTo>
                <a:lnTo>
                  <a:pt x="443368" y="102996"/>
                </a:lnTo>
                <a:lnTo>
                  <a:pt x="456830" y="108838"/>
                </a:lnTo>
                <a:lnTo>
                  <a:pt x="478801" y="136397"/>
                </a:lnTo>
                <a:lnTo>
                  <a:pt x="481595" y="143382"/>
                </a:lnTo>
                <a:lnTo>
                  <a:pt x="482865" y="151002"/>
                </a:lnTo>
                <a:lnTo>
                  <a:pt x="482865" y="167258"/>
                </a:lnTo>
                <a:lnTo>
                  <a:pt x="481659" y="174497"/>
                </a:lnTo>
                <a:lnTo>
                  <a:pt x="481595" y="174878"/>
                </a:lnTo>
                <a:lnTo>
                  <a:pt x="478954" y="181482"/>
                </a:lnTo>
                <a:lnTo>
                  <a:pt x="476183" y="188721"/>
                </a:lnTo>
                <a:lnTo>
                  <a:pt x="476134" y="188849"/>
                </a:lnTo>
                <a:lnTo>
                  <a:pt x="472324" y="194817"/>
                </a:lnTo>
                <a:lnTo>
                  <a:pt x="467498" y="199897"/>
                </a:lnTo>
                <a:lnTo>
                  <a:pt x="462545" y="204977"/>
                </a:lnTo>
                <a:lnTo>
                  <a:pt x="456830" y="209041"/>
                </a:lnTo>
                <a:lnTo>
                  <a:pt x="450099" y="211962"/>
                </a:lnTo>
                <a:lnTo>
                  <a:pt x="443368" y="215011"/>
                </a:lnTo>
                <a:lnTo>
                  <a:pt x="436129" y="216407"/>
                </a:lnTo>
                <a:lnTo>
                  <a:pt x="471337" y="216407"/>
                </a:lnTo>
                <a:lnTo>
                  <a:pt x="475017" y="212752"/>
                </a:lnTo>
                <a:lnTo>
                  <a:pt x="479944" y="206375"/>
                </a:lnTo>
                <a:lnTo>
                  <a:pt x="501280" y="206375"/>
                </a:lnTo>
                <a:lnTo>
                  <a:pt x="501280" y="112394"/>
                </a:lnTo>
                <a:lnTo>
                  <a:pt x="479944" y="112394"/>
                </a:lnTo>
                <a:lnTo>
                  <a:pt x="475017" y="105850"/>
                </a:lnTo>
                <a:lnTo>
                  <a:pt x="470827" y="101600"/>
                </a:lnTo>
                <a:close/>
              </a:path>
              <a:path w="501650" h="234314">
                <a:moveTo>
                  <a:pt x="501280" y="0"/>
                </a:moveTo>
                <a:lnTo>
                  <a:pt x="480579" y="0"/>
                </a:lnTo>
                <a:lnTo>
                  <a:pt x="480579" y="112394"/>
                </a:lnTo>
                <a:lnTo>
                  <a:pt x="501280" y="112394"/>
                </a:lnTo>
                <a:lnTo>
                  <a:pt x="501280" y="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74274" y="1967620"/>
            <a:ext cx="974725" cy="304165"/>
          </a:xfrm>
          <a:custGeom>
            <a:avLst/>
            <a:gdLst/>
            <a:ahLst/>
            <a:cxnLst/>
            <a:rect l="l" t="t" r="r" b="b"/>
            <a:pathLst>
              <a:path w="974725" h="304164">
                <a:moveTo>
                  <a:pt x="222376" y="78612"/>
                </a:moveTo>
                <a:lnTo>
                  <a:pt x="172084" y="78612"/>
                </a:lnTo>
                <a:lnTo>
                  <a:pt x="172100" y="180466"/>
                </a:lnTo>
                <a:lnTo>
                  <a:pt x="184403" y="215011"/>
                </a:lnTo>
                <a:lnTo>
                  <a:pt x="188721" y="220852"/>
                </a:lnTo>
                <a:lnTo>
                  <a:pt x="227202" y="234695"/>
                </a:lnTo>
                <a:lnTo>
                  <a:pt x="232537" y="234695"/>
                </a:lnTo>
                <a:lnTo>
                  <a:pt x="237489" y="234061"/>
                </a:lnTo>
                <a:lnTo>
                  <a:pt x="242315" y="232537"/>
                </a:lnTo>
                <a:lnTo>
                  <a:pt x="247014" y="231139"/>
                </a:lnTo>
                <a:lnTo>
                  <a:pt x="251459" y="229362"/>
                </a:lnTo>
                <a:lnTo>
                  <a:pt x="255396" y="227075"/>
                </a:lnTo>
                <a:lnTo>
                  <a:pt x="259333" y="224916"/>
                </a:lnTo>
                <a:lnTo>
                  <a:pt x="262763" y="222250"/>
                </a:lnTo>
                <a:lnTo>
                  <a:pt x="268605" y="216153"/>
                </a:lnTo>
                <a:lnTo>
                  <a:pt x="271018" y="212978"/>
                </a:lnTo>
                <a:lnTo>
                  <a:pt x="272923" y="209422"/>
                </a:lnTo>
                <a:lnTo>
                  <a:pt x="321563" y="209422"/>
                </a:lnTo>
                <a:lnTo>
                  <a:pt x="321563" y="193166"/>
                </a:lnTo>
                <a:lnTo>
                  <a:pt x="240156" y="193166"/>
                </a:lnTo>
                <a:lnTo>
                  <a:pt x="236346" y="192404"/>
                </a:lnTo>
                <a:lnTo>
                  <a:pt x="223265" y="173100"/>
                </a:lnTo>
                <a:lnTo>
                  <a:pt x="222652" y="169417"/>
                </a:lnTo>
                <a:lnTo>
                  <a:pt x="222376" y="165226"/>
                </a:lnTo>
                <a:lnTo>
                  <a:pt x="222376" y="78612"/>
                </a:lnTo>
                <a:close/>
              </a:path>
              <a:path w="974725" h="304164">
                <a:moveTo>
                  <a:pt x="113156" y="59181"/>
                </a:moveTo>
                <a:lnTo>
                  <a:pt x="61087" y="59181"/>
                </a:lnTo>
                <a:lnTo>
                  <a:pt x="61087" y="230377"/>
                </a:lnTo>
                <a:lnTo>
                  <a:pt x="113156" y="230377"/>
                </a:lnTo>
                <a:lnTo>
                  <a:pt x="113156" y="59181"/>
                </a:lnTo>
                <a:close/>
              </a:path>
              <a:path w="974725" h="304164">
                <a:moveTo>
                  <a:pt x="321563" y="209422"/>
                </a:moveTo>
                <a:lnTo>
                  <a:pt x="273557" y="209422"/>
                </a:lnTo>
                <a:lnTo>
                  <a:pt x="273557" y="230377"/>
                </a:lnTo>
                <a:lnTo>
                  <a:pt x="321563" y="230377"/>
                </a:lnTo>
                <a:lnTo>
                  <a:pt x="321563" y="209422"/>
                </a:lnTo>
                <a:close/>
              </a:path>
              <a:path w="974725" h="304164">
                <a:moveTo>
                  <a:pt x="321563" y="78612"/>
                </a:moveTo>
                <a:lnTo>
                  <a:pt x="271780" y="78612"/>
                </a:lnTo>
                <a:lnTo>
                  <a:pt x="271780" y="169417"/>
                </a:lnTo>
                <a:lnTo>
                  <a:pt x="269494" y="177037"/>
                </a:lnTo>
                <a:lnTo>
                  <a:pt x="264794" y="183514"/>
                </a:lnTo>
                <a:lnTo>
                  <a:pt x="260223" y="189991"/>
                </a:lnTo>
                <a:lnTo>
                  <a:pt x="253492" y="193166"/>
                </a:lnTo>
                <a:lnTo>
                  <a:pt x="321563" y="193166"/>
                </a:lnTo>
                <a:lnTo>
                  <a:pt x="321563" y="78612"/>
                </a:lnTo>
                <a:close/>
              </a:path>
              <a:path w="974725" h="304164">
                <a:moveTo>
                  <a:pt x="174244" y="14604"/>
                </a:moveTo>
                <a:lnTo>
                  <a:pt x="0" y="14604"/>
                </a:lnTo>
                <a:lnTo>
                  <a:pt x="0" y="59181"/>
                </a:lnTo>
                <a:lnTo>
                  <a:pt x="174244" y="59181"/>
                </a:lnTo>
                <a:lnTo>
                  <a:pt x="174244" y="14604"/>
                </a:lnTo>
                <a:close/>
              </a:path>
              <a:path w="974725" h="304164">
                <a:moveTo>
                  <a:pt x="414655" y="78612"/>
                </a:moveTo>
                <a:lnTo>
                  <a:pt x="367030" y="78612"/>
                </a:lnTo>
                <a:lnTo>
                  <a:pt x="367030" y="303656"/>
                </a:lnTo>
                <a:lnTo>
                  <a:pt x="417068" y="303656"/>
                </a:lnTo>
                <a:lnTo>
                  <a:pt x="417068" y="213613"/>
                </a:lnTo>
                <a:lnTo>
                  <a:pt x="513722" y="213613"/>
                </a:lnTo>
                <a:lnTo>
                  <a:pt x="516889" y="210184"/>
                </a:lnTo>
                <a:lnTo>
                  <a:pt x="521273" y="204370"/>
                </a:lnTo>
                <a:lnTo>
                  <a:pt x="525097" y="198151"/>
                </a:lnTo>
                <a:lnTo>
                  <a:pt x="527554" y="193166"/>
                </a:lnTo>
                <a:lnTo>
                  <a:pt x="446150" y="193166"/>
                </a:lnTo>
                <a:lnTo>
                  <a:pt x="441070" y="192150"/>
                </a:lnTo>
                <a:lnTo>
                  <a:pt x="436625" y="189864"/>
                </a:lnTo>
                <a:lnTo>
                  <a:pt x="432053" y="187705"/>
                </a:lnTo>
                <a:lnTo>
                  <a:pt x="428244" y="184657"/>
                </a:lnTo>
                <a:lnTo>
                  <a:pt x="421894" y="177291"/>
                </a:lnTo>
                <a:lnTo>
                  <a:pt x="419481" y="173227"/>
                </a:lnTo>
                <a:lnTo>
                  <a:pt x="416178" y="163829"/>
                </a:lnTo>
                <a:lnTo>
                  <a:pt x="415289" y="159130"/>
                </a:lnTo>
                <a:lnTo>
                  <a:pt x="415338" y="149097"/>
                </a:lnTo>
                <a:lnTo>
                  <a:pt x="416178" y="144652"/>
                </a:lnTo>
                <a:lnTo>
                  <a:pt x="419481" y="135254"/>
                </a:lnTo>
                <a:lnTo>
                  <a:pt x="421894" y="131063"/>
                </a:lnTo>
                <a:lnTo>
                  <a:pt x="425069" y="127507"/>
                </a:lnTo>
                <a:lnTo>
                  <a:pt x="428244" y="123825"/>
                </a:lnTo>
                <a:lnTo>
                  <a:pt x="432053" y="120776"/>
                </a:lnTo>
                <a:lnTo>
                  <a:pt x="436625" y="118617"/>
                </a:lnTo>
                <a:lnTo>
                  <a:pt x="441070" y="116331"/>
                </a:lnTo>
                <a:lnTo>
                  <a:pt x="446150" y="115188"/>
                </a:lnTo>
                <a:lnTo>
                  <a:pt x="527414" y="115188"/>
                </a:lnTo>
                <a:lnTo>
                  <a:pt x="524779" y="109966"/>
                </a:lnTo>
                <a:lnTo>
                  <a:pt x="520912" y="103836"/>
                </a:lnTo>
                <a:lnTo>
                  <a:pt x="516508" y="98170"/>
                </a:lnTo>
                <a:lnTo>
                  <a:pt x="515685" y="97281"/>
                </a:lnTo>
                <a:lnTo>
                  <a:pt x="414655" y="97281"/>
                </a:lnTo>
                <a:lnTo>
                  <a:pt x="414655" y="78612"/>
                </a:lnTo>
                <a:close/>
              </a:path>
              <a:path w="974725" h="304164">
                <a:moveTo>
                  <a:pt x="513722" y="213613"/>
                </a:moveTo>
                <a:lnTo>
                  <a:pt x="417702" y="213613"/>
                </a:lnTo>
                <a:lnTo>
                  <a:pt x="422357" y="220281"/>
                </a:lnTo>
                <a:lnTo>
                  <a:pt x="463676" y="234695"/>
                </a:lnTo>
                <a:lnTo>
                  <a:pt x="470588" y="234358"/>
                </a:lnTo>
                <a:lnTo>
                  <a:pt x="471567" y="234358"/>
                </a:lnTo>
                <a:lnTo>
                  <a:pt x="511962" y="215518"/>
                </a:lnTo>
                <a:lnTo>
                  <a:pt x="513722" y="213613"/>
                </a:lnTo>
                <a:close/>
              </a:path>
              <a:path w="974725" h="304164">
                <a:moveTo>
                  <a:pt x="527414" y="115188"/>
                </a:moveTo>
                <a:lnTo>
                  <a:pt x="457707" y="115188"/>
                </a:lnTo>
                <a:lnTo>
                  <a:pt x="462914" y="116331"/>
                </a:lnTo>
                <a:lnTo>
                  <a:pt x="467359" y="118617"/>
                </a:lnTo>
                <a:lnTo>
                  <a:pt x="485139" y="139700"/>
                </a:lnTo>
                <a:lnTo>
                  <a:pt x="486663" y="144271"/>
                </a:lnTo>
                <a:lnTo>
                  <a:pt x="487425" y="149097"/>
                </a:lnTo>
                <a:lnTo>
                  <a:pt x="487365" y="159130"/>
                </a:lnTo>
                <a:lnTo>
                  <a:pt x="486663" y="163575"/>
                </a:lnTo>
                <a:lnTo>
                  <a:pt x="467359" y="189864"/>
                </a:lnTo>
                <a:lnTo>
                  <a:pt x="462914" y="192150"/>
                </a:lnTo>
                <a:lnTo>
                  <a:pt x="457707" y="193166"/>
                </a:lnTo>
                <a:lnTo>
                  <a:pt x="527554" y="193166"/>
                </a:lnTo>
                <a:lnTo>
                  <a:pt x="528373" y="191504"/>
                </a:lnTo>
                <a:lnTo>
                  <a:pt x="531015" y="184657"/>
                </a:lnTo>
                <a:lnTo>
                  <a:pt x="531113" y="184403"/>
                </a:lnTo>
                <a:lnTo>
                  <a:pt x="533124" y="177291"/>
                </a:lnTo>
                <a:lnTo>
                  <a:pt x="533207" y="176998"/>
                </a:lnTo>
                <a:lnTo>
                  <a:pt x="534717" y="169449"/>
                </a:lnTo>
                <a:lnTo>
                  <a:pt x="535632" y="161758"/>
                </a:lnTo>
                <a:lnTo>
                  <a:pt x="535939" y="153924"/>
                </a:lnTo>
                <a:lnTo>
                  <a:pt x="535758" y="149351"/>
                </a:lnTo>
                <a:lnTo>
                  <a:pt x="535748" y="149097"/>
                </a:lnTo>
                <a:lnTo>
                  <a:pt x="528099" y="116548"/>
                </a:lnTo>
                <a:lnTo>
                  <a:pt x="527414" y="115188"/>
                </a:lnTo>
                <a:close/>
              </a:path>
              <a:path w="974725" h="304164">
                <a:moveTo>
                  <a:pt x="463931" y="74294"/>
                </a:moveTo>
                <a:lnTo>
                  <a:pt x="426719" y="85851"/>
                </a:lnTo>
                <a:lnTo>
                  <a:pt x="415544" y="97281"/>
                </a:lnTo>
                <a:lnTo>
                  <a:pt x="515685" y="97281"/>
                </a:lnTo>
                <a:lnTo>
                  <a:pt x="480079" y="76025"/>
                </a:lnTo>
                <a:lnTo>
                  <a:pt x="480380" y="76025"/>
                </a:lnTo>
                <a:lnTo>
                  <a:pt x="472170" y="74725"/>
                </a:lnTo>
                <a:lnTo>
                  <a:pt x="472522" y="74725"/>
                </a:lnTo>
                <a:lnTo>
                  <a:pt x="463931" y="74294"/>
                </a:lnTo>
                <a:close/>
              </a:path>
              <a:path w="974725" h="304164">
                <a:moveTo>
                  <a:pt x="623951" y="0"/>
                </a:moveTo>
                <a:lnTo>
                  <a:pt x="573405" y="0"/>
                </a:lnTo>
                <a:lnTo>
                  <a:pt x="573405" y="230377"/>
                </a:lnTo>
                <a:lnTo>
                  <a:pt x="623951" y="230377"/>
                </a:lnTo>
                <a:lnTo>
                  <a:pt x="623951" y="0"/>
                </a:lnTo>
                <a:close/>
              </a:path>
              <a:path w="974725" h="304164">
                <a:moveTo>
                  <a:pt x="744727" y="73659"/>
                </a:moveTo>
                <a:lnTo>
                  <a:pt x="705151" y="82720"/>
                </a:lnTo>
                <a:lnTo>
                  <a:pt x="672595" y="114204"/>
                </a:lnTo>
                <a:lnTo>
                  <a:pt x="662686" y="155066"/>
                </a:lnTo>
                <a:lnTo>
                  <a:pt x="663110" y="164423"/>
                </a:lnTo>
                <a:lnTo>
                  <a:pt x="672744" y="196214"/>
                </a:lnTo>
                <a:lnTo>
                  <a:pt x="672857" y="196445"/>
                </a:lnTo>
                <a:lnTo>
                  <a:pt x="706612" y="227020"/>
                </a:lnTo>
                <a:lnTo>
                  <a:pt x="746251" y="235330"/>
                </a:lnTo>
                <a:lnTo>
                  <a:pt x="757513" y="234807"/>
                </a:lnTo>
                <a:lnTo>
                  <a:pt x="795226" y="222307"/>
                </a:lnTo>
                <a:lnTo>
                  <a:pt x="815086" y="203072"/>
                </a:lnTo>
                <a:lnTo>
                  <a:pt x="805486" y="196976"/>
                </a:lnTo>
                <a:lnTo>
                  <a:pt x="742314" y="196976"/>
                </a:lnTo>
                <a:lnTo>
                  <a:pt x="737996" y="196214"/>
                </a:lnTo>
                <a:lnTo>
                  <a:pt x="714501" y="179831"/>
                </a:lnTo>
                <a:lnTo>
                  <a:pt x="712343" y="176402"/>
                </a:lnTo>
                <a:lnTo>
                  <a:pt x="711073" y="172465"/>
                </a:lnTo>
                <a:lnTo>
                  <a:pt x="710564" y="168275"/>
                </a:lnTo>
                <a:lnTo>
                  <a:pt x="820674" y="168275"/>
                </a:lnTo>
                <a:lnTo>
                  <a:pt x="820801" y="166496"/>
                </a:lnTo>
                <a:lnTo>
                  <a:pt x="820880" y="155066"/>
                </a:lnTo>
                <a:lnTo>
                  <a:pt x="820572" y="146863"/>
                </a:lnTo>
                <a:lnTo>
                  <a:pt x="819515" y="137890"/>
                </a:lnTo>
                <a:lnTo>
                  <a:pt x="819410" y="137382"/>
                </a:lnTo>
                <a:lnTo>
                  <a:pt x="819364" y="137159"/>
                </a:lnTo>
                <a:lnTo>
                  <a:pt x="710564" y="137159"/>
                </a:lnTo>
                <a:lnTo>
                  <a:pt x="710692" y="133222"/>
                </a:lnTo>
                <a:lnTo>
                  <a:pt x="711707" y="129539"/>
                </a:lnTo>
                <a:lnTo>
                  <a:pt x="713613" y="125983"/>
                </a:lnTo>
                <a:lnTo>
                  <a:pt x="715390" y="122554"/>
                </a:lnTo>
                <a:lnTo>
                  <a:pt x="717803" y="119379"/>
                </a:lnTo>
                <a:lnTo>
                  <a:pt x="720978" y="116712"/>
                </a:lnTo>
                <a:lnTo>
                  <a:pt x="723845" y="114204"/>
                </a:lnTo>
                <a:lnTo>
                  <a:pt x="727582" y="112013"/>
                </a:lnTo>
                <a:lnTo>
                  <a:pt x="735711" y="108965"/>
                </a:lnTo>
                <a:lnTo>
                  <a:pt x="740156" y="108203"/>
                </a:lnTo>
                <a:lnTo>
                  <a:pt x="808973" y="108203"/>
                </a:lnTo>
                <a:lnTo>
                  <a:pt x="808587" y="107489"/>
                </a:lnTo>
                <a:lnTo>
                  <a:pt x="775735" y="79501"/>
                </a:lnTo>
                <a:lnTo>
                  <a:pt x="768575" y="76981"/>
                </a:lnTo>
                <a:lnTo>
                  <a:pt x="768716" y="76981"/>
                </a:lnTo>
                <a:lnTo>
                  <a:pt x="761028" y="75152"/>
                </a:lnTo>
                <a:lnTo>
                  <a:pt x="761226" y="75152"/>
                </a:lnTo>
                <a:lnTo>
                  <a:pt x="753068" y="74037"/>
                </a:lnTo>
                <a:lnTo>
                  <a:pt x="753378" y="74037"/>
                </a:lnTo>
                <a:lnTo>
                  <a:pt x="744727" y="73659"/>
                </a:lnTo>
                <a:close/>
              </a:path>
              <a:path w="974725" h="304164">
                <a:moveTo>
                  <a:pt x="780288" y="180975"/>
                </a:moveTo>
                <a:lnTo>
                  <a:pt x="754761" y="196976"/>
                </a:lnTo>
                <a:lnTo>
                  <a:pt x="805486" y="196976"/>
                </a:lnTo>
                <a:lnTo>
                  <a:pt x="780288" y="180975"/>
                </a:lnTo>
                <a:close/>
              </a:path>
              <a:path w="974725" h="304164">
                <a:moveTo>
                  <a:pt x="808973" y="108203"/>
                </a:moveTo>
                <a:lnTo>
                  <a:pt x="755014" y="108203"/>
                </a:lnTo>
                <a:lnTo>
                  <a:pt x="762381" y="111125"/>
                </a:lnTo>
                <a:lnTo>
                  <a:pt x="767461" y="116712"/>
                </a:lnTo>
                <a:lnTo>
                  <a:pt x="771643" y="121538"/>
                </a:lnTo>
                <a:lnTo>
                  <a:pt x="772461" y="122554"/>
                </a:lnTo>
                <a:lnTo>
                  <a:pt x="774953" y="129170"/>
                </a:lnTo>
                <a:lnTo>
                  <a:pt x="774953" y="137159"/>
                </a:lnTo>
                <a:lnTo>
                  <a:pt x="819364" y="137159"/>
                </a:lnTo>
                <a:lnTo>
                  <a:pt x="817787" y="129539"/>
                </a:lnTo>
                <a:lnTo>
                  <a:pt x="815339" y="121538"/>
                </a:lnTo>
                <a:lnTo>
                  <a:pt x="812218" y="114204"/>
                </a:lnTo>
                <a:lnTo>
                  <a:pt x="808973" y="108203"/>
                </a:lnTo>
                <a:close/>
              </a:path>
              <a:path w="974725" h="304164">
                <a:moveTo>
                  <a:pt x="869695" y="182244"/>
                </a:moveTo>
                <a:lnTo>
                  <a:pt x="841756" y="211836"/>
                </a:lnTo>
                <a:lnTo>
                  <a:pt x="847969" y="217289"/>
                </a:lnTo>
                <a:lnTo>
                  <a:pt x="854979" y="222027"/>
                </a:lnTo>
                <a:lnTo>
                  <a:pt x="898528" y="234951"/>
                </a:lnTo>
                <a:lnTo>
                  <a:pt x="907795" y="235330"/>
                </a:lnTo>
                <a:lnTo>
                  <a:pt x="915543" y="235330"/>
                </a:lnTo>
                <a:lnTo>
                  <a:pt x="923289" y="234441"/>
                </a:lnTo>
                <a:lnTo>
                  <a:pt x="930909" y="232537"/>
                </a:lnTo>
                <a:lnTo>
                  <a:pt x="938657" y="230758"/>
                </a:lnTo>
                <a:lnTo>
                  <a:pt x="945514" y="227837"/>
                </a:lnTo>
                <a:lnTo>
                  <a:pt x="957961" y="219709"/>
                </a:lnTo>
                <a:lnTo>
                  <a:pt x="963040" y="214375"/>
                </a:lnTo>
                <a:lnTo>
                  <a:pt x="966851" y="207771"/>
                </a:lnTo>
                <a:lnTo>
                  <a:pt x="970788" y="201167"/>
                </a:lnTo>
                <a:lnTo>
                  <a:pt x="971204" y="199389"/>
                </a:lnTo>
                <a:lnTo>
                  <a:pt x="899540" y="199389"/>
                </a:lnTo>
                <a:lnTo>
                  <a:pt x="892682" y="197738"/>
                </a:lnTo>
                <a:lnTo>
                  <a:pt x="879601" y="191262"/>
                </a:lnTo>
                <a:lnTo>
                  <a:pt x="874140" y="187197"/>
                </a:lnTo>
                <a:lnTo>
                  <a:pt x="869695" y="182244"/>
                </a:lnTo>
                <a:close/>
              </a:path>
              <a:path w="974725" h="304164">
                <a:moveTo>
                  <a:pt x="913638" y="73659"/>
                </a:moveTo>
                <a:lnTo>
                  <a:pt x="906271" y="73659"/>
                </a:lnTo>
                <a:lnTo>
                  <a:pt x="898906" y="74675"/>
                </a:lnTo>
                <a:lnTo>
                  <a:pt x="860170" y="94868"/>
                </a:lnTo>
                <a:lnTo>
                  <a:pt x="856361" y="101345"/>
                </a:lnTo>
                <a:lnTo>
                  <a:pt x="852424" y="107695"/>
                </a:lnTo>
                <a:lnTo>
                  <a:pt x="850519" y="115442"/>
                </a:lnTo>
                <a:lnTo>
                  <a:pt x="850519" y="131699"/>
                </a:lnTo>
                <a:lnTo>
                  <a:pt x="851788" y="137921"/>
                </a:lnTo>
                <a:lnTo>
                  <a:pt x="854456" y="142875"/>
                </a:lnTo>
                <a:lnTo>
                  <a:pt x="857123" y="147954"/>
                </a:lnTo>
                <a:lnTo>
                  <a:pt x="860425" y="152272"/>
                </a:lnTo>
                <a:lnTo>
                  <a:pt x="864615" y="155701"/>
                </a:lnTo>
                <a:lnTo>
                  <a:pt x="868807" y="159257"/>
                </a:lnTo>
                <a:lnTo>
                  <a:pt x="873506" y="161925"/>
                </a:lnTo>
                <a:lnTo>
                  <a:pt x="884174" y="165988"/>
                </a:lnTo>
                <a:lnTo>
                  <a:pt x="889381" y="167639"/>
                </a:lnTo>
                <a:lnTo>
                  <a:pt x="894714" y="168782"/>
                </a:lnTo>
                <a:lnTo>
                  <a:pt x="905001" y="171322"/>
                </a:lnTo>
                <a:lnTo>
                  <a:pt x="912621" y="173608"/>
                </a:lnTo>
                <a:lnTo>
                  <a:pt x="917575" y="175894"/>
                </a:lnTo>
                <a:lnTo>
                  <a:pt x="922401" y="178180"/>
                </a:lnTo>
                <a:lnTo>
                  <a:pt x="924940" y="181609"/>
                </a:lnTo>
                <a:lnTo>
                  <a:pt x="924862" y="191262"/>
                </a:lnTo>
                <a:lnTo>
                  <a:pt x="922908" y="194437"/>
                </a:lnTo>
                <a:lnTo>
                  <a:pt x="918971" y="196468"/>
                </a:lnTo>
                <a:lnTo>
                  <a:pt x="915034" y="198374"/>
                </a:lnTo>
                <a:lnTo>
                  <a:pt x="910970" y="199389"/>
                </a:lnTo>
                <a:lnTo>
                  <a:pt x="971204" y="199389"/>
                </a:lnTo>
                <a:lnTo>
                  <a:pt x="972693" y="193039"/>
                </a:lnTo>
                <a:lnTo>
                  <a:pt x="972635" y="175894"/>
                </a:lnTo>
                <a:lnTo>
                  <a:pt x="971295" y="169925"/>
                </a:lnTo>
                <a:lnTo>
                  <a:pt x="941451" y="142366"/>
                </a:lnTo>
                <a:lnTo>
                  <a:pt x="924306" y="137159"/>
                </a:lnTo>
                <a:lnTo>
                  <a:pt x="914526" y="134874"/>
                </a:lnTo>
                <a:lnTo>
                  <a:pt x="907414" y="132968"/>
                </a:lnTo>
                <a:lnTo>
                  <a:pt x="902969" y="131063"/>
                </a:lnTo>
                <a:lnTo>
                  <a:pt x="898651" y="129286"/>
                </a:lnTo>
                <a:lnTo>
                  <a:pt x="896493" y="126237"/>
                </a:lnTo>
                <a:lnTo>
                  <a:pt x="896493" y="117475"/>
                </a:lnTo>
                <a:lnTo>
                  <a:pt x="898525" y="114300"/>
                </a:lnTo>
                <a:lnTo>
                  <a:pt x="902462" y="112521"/>
                </a:lnTo>
                <a:lnTo>
                  <a:pt x="906399" y="110616"/>
                </a:lnTo>
                <a:lnTo>
                  <a:pt x="910717" y="109727"/>
                </a:lnTo>
                <a:lnTo>
                  <a:pt x="960324" y="109727"/>
                </a:lnTo>
                <a:lnTo>
                  <a:pt x="974470" y="95122"/>
                </a:lnTo>
                <a:lnTo>
                  <a:pt x="938819" y="76767"/>
                </a:lnTo>
                <a:lnTo>
                  <a:pt x="922143" y="74013"/>
                </a:lnTo>
                <a:lnTo>
                  <a:pt x="913638" y="73659"/>
                </a:lnTo>
                <a:close/>
              </a:path>
              <a:path w="974725" h="304164">
                <a:moveTo>
                  <a:pt x="960324" y="109727"/>
                </a:moveTo>
                <a:lnTo>
                  <a:pt x="921512" y="109727"/>
                </a:lnTo>
                <a:lnTo>
                  <a:pt x="927353" y="110997"/>
                </a:lnTo>
                <a:lnTo>
                  <a:pt x="938276" y="116331"/>
                </a:lnTo>
                <a:lnTo>
                  <a:pt x="942975" y="119506"/>
                </a:lnTo>
                <a:lnTo>
                  <a:pt x="947038" y="123443"/>
                </a:lnTo>
                <a:lnTo>
                  <a:pt x="960324" y="109727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65253" y="1966095"/>
            <a:ext cx="5826390" cy="30721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6858" y="2259547"/>
            <a:ext cx="3323577" cy="303656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4038600" y="2311958"/>
            <a:ext cx="498475" cy="233045"/>
          </a:xfrm>
          <a:custGeom>
            <a:avLst/>
            <a:gdLst/>
            <a:ahLst/>
            <a:cxnLst/>
            <a:rect l="l" t="t" r="r" b="b"/>
            <a:pathLst>
              <a:path w="498475" h="233044">
                <a:moveTo>
                  <a:pt x="52324" y="11937"/>
                </a:moveTo>
                <a:lnTo>
                  <a:pt x="0" y="11937"/>
                </a:lnTo>
                <a:lnTo>
                  <a:pt x="0" y="227711"/>
                </a:lnTo>
                <a:lnTo>
                  <a:pt x="135762" y="227711"/>
                </a:lnTo>
                <a:lnTo>
                  <a:pt x="135762" y="182372"/>
                </a:lnTo>
                <a:lnTo>
                  <a:pt x="52324" y="182372"/>
                </a:lnTo>
                <a:lnTo>
                  <a:pt x="52324" y="11937"/>
                </a:lnTo>
                <a:close/>
              </a:path>
              <a:path w="498475" h="233044">
                <a:moveTo>
                  <a:pt x="192659" y="0"/>
                </a:moveTo>
                <a:lnTo>
                  <a:pt x="184785" y="0"/>
                </a:lnTo>
                <a:lnTo>
                  <a:pt x="180975" y="888"/>
                </a:lnTo>
                <a:lnTo>
                  <a:pt x="174116" y="3937"/>
                </a:lnTo>
                <a:lnTo>
                  <a:pt x="171068" y="5841"/>
                </a:lnTo>
                <a:lnTo>
                  <a:pt x="168401" y="8382"/>
                </a:lnTo>
                <a:lnTo>
                  <a:pt x="165735" y="10795"/>
                </a:lnTo>
                <a:lnTo>
                  <a:pt x="160274" y="34925"/>
                </a:lnTo>
                <a:lnTo>
                  <a:pt x="162940" y="41401"/>
                </a:lnTo>
                <a:lnTo>
                  <a:pt x="173862" y="52324"/>
                </a:lnTo>
                <a:lnTo>
                  <a:pt x="180721" y="54990"/>
                </a:lnTo>
                <a:lnTo>
                  <a:pt x="192659" y="54990"/>
                </a:lnTo>
                <a:lnTo>
                  <a:pt x="217550" y="31369"/>
                </a:lnTo>
                <a:lnTo>
                  <a:pt x="217550" y="23622"/>
                </a:lnTo>
                <a:lnTo>
                  <a:pt x="216870" y="20447"/>
                </a:lnTo>
                <a:lnTo>
                  <a:pt x="216788" y="20065"/>
                </a:lnTo>
                <a:lnTo>
                  <a:pt x="215382" y="17017"/>
                </a:lnTo>
                <a:lnTo>
                  <a:pt x="213740" y="13335"/>
                </a:lnTo>
                <a:lnTo>
                  <a:pt x="211709" y="10413"/>
                </a:lnTo>
                <a:lnTo>
                  <a:pt x="206628" y="5587"/>
                </a:lnTo>
                <a:lnTo>
                  <a:pt x="203580" y="3683"/>
                </a:lnTo>
                <a:lnTo>
                  <a:pt x="200025" y="2159"/>
                </a:lnTo>
                <a:lnTo>
                  <a:pt x="196792" y="888"/>
                </a:lnTo>
                <a:lnTo>
                  <a:pt x="197103" y="888"/>
                </a:lnTo>
                <a:lnTo>
                  <a:pt x="192659" y="0"/>
                </a:lnTo>
                <a:close/>
              </a:path>
              <a:path w="498475" h="233044">
                <a:moveTo>
                  <a:pt x="213867" y="75946"/>
                </a:moveTo>
                <a:lnTo>
                  <a:pt x="163829" y="75946"/>
                </a:lnTo>
                <a:lnTo>
                  <a:pt x="163829" y="227711"/>
                </a:lnTo>
                <a:lnTo>
                  <a:pt x="213867" y="227711"/>
                </a:lnTo>
                <a:lnTo>
                  <a:pt x="213867" y="75946"/>
                </a:lnTo>
                <a:close/>
              </a:path>
              <a:path w="498475" h="233044">
                <a:moveTo>
                  <a:pt x="271144" y="179577"/>
                </a:moveTo>
                <a:lnTo>
                  <a:pt x="243204" y="209169"/>
                </a:lnTo>
                <a:lnTo>
                  <a:pt x="249418" y="214622"/>
                </a:lnTo>
                <a:lnTo>
                  <a:pt x="256428" y="219360"/>
                </a:lnTo>
                <a:lnTo>
                  <a:pt x="299977" y="232284"/>
                </a:lnTo>
                <a:lnTo>
                  <a:pt x="309244" y="232663"/>
                </a:lnTo>
                <a:lnTo>
                  <a:pt x="316991" y="232663"/>
                </a:lnTo>
                <a:lnTo>
                  <a:pt x="324738" y="231775"/>
                </a:lnTo>
                <a:lnTo>
                  <a:pt x="332359" y="229870"/>
                </a:lnTo>
                <a:lnTo>
                  <a:pt x="340105" y="228091"/>
                </a:lnTo>
                <a:lnTo>
                  <a:pt x="346963" y="225171"/>
                </a:lnTo>
                <a:lnTo>
                  <a:pt x="359410" y="217042"/>
                </a:lnTo>
                <a:lnTo>
                  <a:pt x="364489" y="211709"/>
                </a:lnTo>
                <a:lnTo>
                  <a:pt x="368300" y="205104"/>
                </a:lnTo>
                <a:lnTo>
                  <a:pt x="372237" y="198500"/>
                </a:lnTo>
                <a:lnTo>
                  <a:pt x="372653" y="196723"/>
                </a:lnTo>
                <a:lnTo>
                  <a:pt x="300989" y="196723"/>
                </a:lnTo>
                <a:lnTo>
                  <a:pt x="294131" y="195072"/>
                </a:lnTo>
                <a:lnTo>
                  <a:pt x="281050" y="188595"/>
                </a:lnTo>
                <a:lnTo>
                  <a:pt x="275589" y="184531"/>
                </a:lnTo>
                <a:lnTo>
                  <a:pt x="271144" y="179577"/>
                </a:lnTo>
                <a:close/>
              </a:path>
              <a:path w="498475" h="233044">
                <a:moveTo>
                  <a:pt x="315087" y="70992"/>
                </a:moveTo>
                <a:lnTo>
                  <a:pt x="307721" y="70992"/>
                </a:lnTo>
                <a:lnTo>
                  <a:pt x="300354" y="72009"/>
                </a:lnTo>
                <a:lnTo>
                  <a:pt x="261619" y="92201"/>
                </a:lnTo>
                <a:lnTo>
                  <a:pt x="257810" y="98678"/>
                </a:lnTo>
                <a:lnTo>
                  <a:pt x="253873" y="105028"/>
                </a:lnTo>
                <a:lnTo>
                  <a:pt x="251967" y="112775"/>
                </a:lnTo>
                <a:lnTo>
                  <a:pt x="251967" y="129032"/>
                </a:lnTo>
                <a:lnTo>
                  <a:pt x="253237" y="135254"/>
                </a:lnTo>
                <a:lnTo>
                  <a:pt x="255904" y="140208"/>
                </a:lnTo>
                <a:lnTo>
                  <a:pt x="258572" y="145287"/>
                </a:lnTo>
                <a:lnTo>
                  <a:pt x="261874" y="149606"/>
                </a:lnTo>
                <a:lnTo>
                  <a:pt x="266064" y="153035"/>
                </a:lnTo>
                <a:lnTo>
                  <a:pt x="270255" y="156590"/>
                </a:lnTo>
                <a:lnTo>
                  <a:pt x="274954" y="159258"/>
                </a:lnTo>
                <a:lnTo>
                  <a:pt x="285623" y="163322"/>
                </a:lnTo>
                <a:lnTo>
                  <a:pt x="290829" y="164973"/>
                </a:lnTo>
                <a:lnTo>
                  <a:pt x="296163" y="166115"/>
                </a:lnTo>
                <a:lnTo>
                  <a:pt x="306450" y="168656"/>
                </a:lnTo>
                <a:lnTo>
                  <a:pt x="314071" y="170941"/>
                </a:lnTo>
                <a:lnTo>
                  <a:pt x="319024" y="173227"/>
                </a:lnTo>
                <a:lnTo>
                  <a:pt x="323850" y="175513"/>
                </a:lnTo>
                <a:lnTo>
                  <a:pt x="326389" y="178942"/>
                </a:lnTo>
                <a:lnTo>
                  <a:pt x="326311" y="188595"/>
                </a:lnTo>
                <a:lnTo>
                  <a:pt x="324358" y="191770"/>
                </a:lnTo>
                <a:lnTo>
                  <a:pt x="320421" y="193801"/>
                </a:lnTo>
                <a:lnTo>
                  <a:pt x="316484" y="195707"/>
                </a:lnTo>
                <a:lnTo>
                  <a:pt x="312419" y="196723"/>
                </a:lnTo>
                <a:lnTo>
                  <a:pt x="372653" y="196723"/>
                </a:lnTo>
                <a:lnTo>
                  <a:pt x="374141" y="190373"/>
                </a:lnTo>
                <a:lnTo>
                  <a:pt x="374084" y="173227"/>
                </a:lnTo>
                <a:lnTo>
                  <a:pt x="372744" y="167259"/>
                </a:lnTo>
                <a:lnTo>
                  <a:pt x="342900" y="139700"/>
                </a:lnTo>
                <a:lnTo>
                  <a:pt x="325754" y="134492"/>
                </a:lnTo>
                <a:lnTo>
                  <a:pt x="315975" y="132207"/>
                </a:lnTo>
                <a:lnTo>
                  <a:pt x="308863" y="130301"/>
                </a:lnTo>
                <a:lnTo>
                  <a:pt x="304418" y="128397"/>
                </a:lnTo>
                <a:lnTo>
                  <a:pt x="300100" y="126619"/>
                </a:lnTo>
                <a:lnTo>
                  <a:pt x="297941" y="123571"/>
                </a:lnTo>
                <a:lnTo>
                  <a:pt x="297941" y="114808"/>
                </a:lnTo>
                <a:lnTo>
                  <a:pt x="299974" y="111633"/>
                </a:lnTo>
                <a:lnTo>
                  <a:pt x="303911" y="109854"/>
                </a:lnTo>
                <a:lnTo>
                  <a:pt x="307848" y="107950"/>
                </a:lnTo>
                <a:lnTo>
                  <a:pt x="312165" y="107061"/>
                </a:lnTo>
                <a:lnTo>
                  <a:pt x="361773" y="107061"/>
                </a:lnTo>
                <a:lnTo>
                  <a:pt x="375919" y="92456"/>
                </a:lnTo>
                <a:lnTo>
                  <a:pt x="340268" y="74100"/>
                </a:lnTo>
                <a:lnTo>
                  <a:pt x="323592" y="71346"/>
                </a:lnTo>
                <a:lnTo>
                  <a:pt x="315087" y="70992"/>
                </a:lnTo>
                <a:close/>
              </a:path>
              <a:path w="498475" h="233044">
                <a:moveTo>
                  <a:pt x="361773" y="107061"/>
                </a:moveTo>
                <a:lnTo>
                  <a:pt x="322961" y="107061"/>
                </a:lnTo>
                <a:lnTo>
                  <a:pt x="328802" y="108331"/>
                </a:lnTo>
                <a:lnTo>
                  <a:pt x="339725" y="113664"/>
                </a:lnTo>
                <a:lnTo>
                  <a:pt x="344424" y="116839"/>
                </a:lnTo>
                <a:lnTo>
                  <a:pt x="348488" y="120776"/>
                </a:lnTo>
                <a:lnTo>
                  <a:pt x="361773" y="107061"/>
                </a:lnTo>
                <a:close/>
              </a:path>
              <a:path w="498475" h="233044">
                <a:moveTo>
                  <a:pt x="462914" y="113411"/>
                </a:moveTo>
                <a:lnTo>
                  <a:pt x="414147" y="113411"/>
                </a:lnTo>
                <a:lnTo>
                  <a:pt x="414147" y="185547"/>
                </a:lnTo>
                <a:lnTo>
                  <a:pt x="414714" y="190246"/>
                </a:lnTo>
                <a:lnTo>
                  <a:pt x="414806" y="191008"/>
                </a:lnTo>
                <a:lnTo>
                  <a:pt x="414882" y="191642"/>
                </a:lnTo>
                <a:lnTo>
                  <a:pt x="414974" y="192404"/>
                </a:lnTo>
                <a:lnTo>
                  <a:pt x="415036" y="192912"/>
                </a:lnTo>
                <a:lnTo>
                  <a:pt x="416813" y="199516"/>
                </a:lnTo>
                <a:lnTo>
                  <a:pt x="447921" y="229324"/>
                </a:lnTo>
                <a:lnTo>
                  <a:pt x="467994" y="231521"/>
                </a:lnTo>
                <a:lnTo>
                  <a:pt x="473328" y="231521"/>
                </a:lnTo>
                <a:lnTo>
                  <a:pt x="496950" y="226822"/>
                </a:lnTo>
                <a:lnTo>
                  <a:pt x="496875" y="221361"/>
                </a:lnTo>
                <a:lnTo>
                  <a:pt x="496809" y="216662"/>
                </a:lnTo>
                <a:lnTo>
                  <a:pt x="496742" y="211836"/>
                </a:lnTo>
                <a:lnTo>
                  <a:pt x="496663" y="206121"/>
                </a:lnTo>
                <a:lnTo>
                  <a:pt x="496571" y="199516"/>
                </a:lnTo>
                <a:lnTo>
                  <a:pt x="496476" y="192659"/>
                </a:lnTo>
                <a:lnTo>
                  <a:pt x="474725" y="192659"/>
                </a:lnTo>
                <a:lnTo>
                  <a:pt x="470126" y="191008"/>
                </a:lnTo>
                <a:lnTo>
                  <a:pt x="469872" y="191008"/>
                </a:lnTo>
                <a:lnTo>
                  <a:pt x="464312" y="183896"/>
                </a:lnTo>
                <a:lnTo>
                  <a:pt x="462914" y="178562"/>
                </a:lnTo>
                <a:lnTo>
                  <a:pt x="462914" y="113411"/>
                </a:lnTo>
                <a:close/>
              </a:path>
              <a:path w="498475" h="233044">
                <a:moveTo>
                  <a:pt x="496442" y="190246"/>
                </a:moveTo>
                <a:lnTo>
                  <a:pt x="494538" y="191008"/>
                </a:lnTo>
                <a:lnTo>
                  <a:pt x="492251" y="191642"/>
                </a:lnTo>
                <a:lnTo>
                  <a:pt x="486790" y="192404"/>
                </a:lnTo>
                <a:lnTo>
                  <a:pt x="484250" y="192659"/>
                </a:lnTo>
                <a:lnTo>
                  <a:pt x="496476" y="192659"/>
                </a:lnTo>
                <a:lnTo>
                  <a:pt x="496442" y="190246"/>
                </a:lnTo>
                <a:close/>
              </a:path>
              <a:path w="498475" h="233044">
                <a:moveTo>
                  <a:pt x="498475" y="75946"/>
                </a:moveTo>
                <a:lnTo>
                  <a:pt x="389636" y="75946"/>
                </a:lnTo>
                <a:lnTo>
                  <a:pt x="389636" y="113411"/>
                </a:lnTo>
                <a:lnTo>
                  <a:pt x="498475" y="113411"/>
                </a:lnTo>
                <a:lnTo>
                  <a:pt x="498475" y="75946"/>
                </a:lnTo>
                <a:close/>
              </a:path>
              <a:path w="498475" h="233044">
                <a:moveTo>
                  <a:pt x="462914" y="36067"/>
                </a:moveTo>
                <a:lnTo>
                  <a:pt x="413765" y="36067"/>
                </a:lnTo>
                <a:lnTo>
                  <a:pt x="413765" y="75946"/>
                </a:lnTo>
                <a:lnTo>
                  <a:pt x="462914" y="75946"/>
                </a:lnTo>
                <a:lnTo>
                  <a:pt x="462914" y="36067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55240" y="2303488"/>
            <a:ext cx="180339" cy="215773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4961763" y="2323864"/>
            <a:ext cx="1885950" cy="273685"/>
            <a:chOff x="4959984" y="2644520"/>
            <a:chExt cx="1885950" cy="273685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59984" y="2644520"/>
              <a:ext cx="1234138" cy="23533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225285" y="2644520"/>
              <a:ext cx="621030" cy="273685"/>
            </a:xfrm>
            <a:custGeom>
              <a:avLst/>
              <a:gdLst/>
              <a:ahLst/>
              <a:cxnLst/>
              <a:rect l="l" t="t" r="r" b="b"/>
              <a:pathLst>
                <a:path w="621029" h="273685">
                  <a:moveTo>
                    <a:pt x="42037" y="201421"/>
                  </a:moveTo>
                  <a:lnTo>
                    <a:pt x="20319" y="201421"/>
                  </a:lnTo>
                  <a:lnTo>
                    <a:pt x="0" y="273176"/>
                  </a:lnTo>
                  <a:lnTo>
                    <a:pt x="17399" y="273176"/>
                  </a:lnTo>
                  <a:lnTo>
                    <a:pt x="42037" y="201421"/>
                  </a:lnTo>
                  <a:close/>
                </a:path>
                <a:path w="621029" h="273685">
                  <a:moveTo>
                    <a:pt x="215070" y="206375"/>
                  </a:moveTo>
                  <a:lnTo>
                    <a:pt x="195706" y="206375"/>
                  </a:lnTo>
                  <a:lnTo>
                    <a:pt x="200560" y="212752"/>
                  </a:lnTo>
                  <a:lnTo>
                    <a:pt x="234314" y="232394"/>
                  </a:lnTo>
                  <a:lnTo>
                    <a:pt x="242401" y="233828"/>
                  </a:lnTo>
                  <a:lnTo>
                    <a:pt x="243441" y="233828"/>
                  </a:lnTo>
                  <a:lnTo>
                    <a:pt x="249554" y="234187"/>
                  </a:lnTo>
                  <a:lnTo>
                    <a:pt x="292465" y="221503"/>
                  </a:lnTo>
                  <a:lnTo>
                    <a:pt x="298889" y="216407"/>
                  </a:lnTo>
                  <a:lnTo>
                    <a:pt x="239522" y="216407"/>
                  </a:lnTo>
                  <a:lnTo>
                    <a:pt x="232155" y="215011"/>
                  </a:lnTo>
                  <a:lnTo>
                    <a:pt x="225551" y="211962"/>
                  </a:lnTo>
                  <a:lnTo>
                    <a:pt x="218821" y="209041"/>
                  </a:lnTo>
                  <a:lnTo>
                    <a:pt x="215070" y="206375"/>
                  </a:lnTo>
                  <a:close/>
                </a:path>
                <a:path w="621029" h="273685">
                  <a:moveTo>
                    <a:pt x="195072" y="0"/>
                  </a:moveTo>
                  <a:lnTo>
                    <a:pt x="174243" y="0"/>
                  </a:lnTo>
                  <a:lnTo>
                    <a:pt x="174243" y="230377"/>
                  </a:lnTo>
                  <a:lnTo>
                    <a:pt x="195072" y="230377"/>
                  </a:lnTo>
                  <a:lnTo>
                    <a:pt x="195072" y="206375"/>
                  </a:lnTo>
                  <a:lnTo>
                    <a:pt x="215070" y="206375"/>
                  </a:lnTo>
                  <a:lnTo>
                    <a:pt x="192531" y="167258"/>
                  </a:lnTo>
                  <a:lnTo>
                    <a:pt x="192531" y="151002"/>
                  </a:lnTo>
                  <a:lnTo>
                    <a:pt x="193850" y="143811"/>
                  </a:lnTo>
                  <a:lnTo>
                    <a:pt x="193928" y="143382"/>
                  </a:lnTo>
                  <a:lnTo>
                    <a:pt x="199364" y="129793"/>
                  </a:lnTo>
                  <a:lnTo>
                    <a:pt x="199466" y="129539"/>
                  </a:lnTo>
                  <a:lnTo>
                    <a:pt x="203326" y="123316"/>
                  </a:lnTo>
                  <a:lnTo>
                    <a:pt x="208152" y="118109"/>
                  </a:lnTo>
                  <a:lnTo>
                    <a:pt x="213105" y="112902"/>
                  </a:lnTo>
                  <a:lnTo>
                    <a:pt x="213820" y="112394"/>
                  </a:lnTo>
                  <a:lnTo>
                    <a:pt x="195072" y="112394"/>
                  </a:lnTo>
                  <a:lnTo>
                    <a:pt x="195072" y="0"/>
                  </a:lnTo>
                  <a:close/>
                </a:path>
                <a:path w="621029" h="273685">
                  <a:moveTo>
                    <a:pt x="298605" y="101600"/>
                  </a:moveTo>
                  <a:lnTo>
                    <a:pt x="256031" y="101600"/>
                  </a:lnTo>
                  <a:lnTo>
                    <a:pt x="263651" y="103124"/>
                  </a:lnTo>
                  <a:lnTo>
                    <a:pt x="270255" y="106044"/>
                  </a:lnTo>
                  <a:lnTo>
                    <a:pt x="276987" y="109092"/>
                  </a:lnTo>
                  <a:lnTo>
                    <a:pt x="282702" y="113283"/>
                  </a:lnTo>
                  <a:lnTo>
                    <a:pt x="287146" y="118490"/>
                  </a:lnTo>
                  <a:lnTo>
                    <a:pt x="291718" y="123698"/>
                  </a:lnTo>
                  <a:lnTo>
                    <a:pt x="295274" y="129793"/>
                  </a:lnTo>
                  <a:lnTo>
                    <a:pt x="300109" y="143811"/>
                  </a:lnTo>
                  <a:lnTo>
                    <a:pt x="301327" y="151002"/>
                  </a:lnTo>
                  <a:lnTo>
                    <a:pt x="301349" y="167258"/>
                  </a:lnTo>
                  <a:lnTo>
                    <a:pt x="300100" y="174498"/>
                  </a:lnTo>
                  <a:lnTo>
                    <a:pt x="295199" y="188721"/>
                  </a:lnTo>
                  <a:lnTo>
                    <a:pt x="291718" y="194563"/>
                  </a:lnTo>
                  <a:lnTo>
                    <a:pt x="287146" y="199770"/>
                  </a:lnTo>
                  <a:lnTo>
                    <a:pt x="282702" y="204977"/>
                  </a:lnTo>
                  <a:lnTo>
                    <a:pt x="276987" y="209041"/>
                  </a:lnTo>
                  <a:lnTo>
                    <a:pt x="270255" y="211962"/>
                  </a:lnTo>
                  <a:lnTo>
                    <a:pt x="263651" y="215011"/>
                  </a:lnTo>
                  <a:lnTo>
                    <a:pt x="256031" y="216407"/>
                  </a:lnTo>
                  <a:lnTo>
                    <a:pt x="298889" y="216407"/>
                  </a:lnTo>
                  <a:lnTo>
                    <a:pt x="317951" y="188849"/>
                  </a:lnTo>
                  <a:lnTo>
                    <a:pt x="318008" y="188721"/>
                  </a:lnTo>
                  <a:lnTo>
                    <a:pt x="320341" y="181669"/>
                  </a:lnTo>
                  <a:lnTo>
                    <a:pt x="321899" y="174878"/>
                  </a:lnTo>
                  <a:lnTo>
                    <a:pt x="321986" y="174498"/>
                  </a:lnTo>
                  <a:lnTo>
                    <a:pt x="322960" y="167258"/>
                  </a:lnTo>
                  <a:lnTo>
                    <a:pt x="323008" y="166897"/>
                  </a:lnTo>
                  <a:lnTo>
                    <a:pt x="323341" y="159130"/>
                  </a:lnTo>
                  <a:lnTo>
                    <a:pt x="323008" y="151346"/>
                  </a:lnTo>
                  <a:lnTo>
                    <a:pt x="307595" y="111055"/>
                  </a:lnTo>
                  <a:lnTo>
                    <a:pt x="303242" y="106044"/>
                  </a:lnTo>
                  <a:lnTo>
                    <a:pt x="298605" y="101600"/>
                  </a:lnTo>
                  <a:close/>
                </a:path>
                <a:path w="621029" h="273685">
                  <a:moveTo>
                    <a:pt x="249554" y="84074"/>
                  </a:moveTo>
                  <a:lnTo>
                    <a:pt x="212459" y="95285"/>
                  </a:lnTo>
                  <a:lnTo>
                    <a:pt x="195706" y="112394"/>
                  </a:lnTo>
                  <a:lnTo>
                    <a:pt x="213820" y="112394"/>
                  </a:lnTo>
                  <a:lnTo>
                    <a:pt x="218821" y="108838"/>
                  </a:lnTo>
                  <a:lnTo>
                    <a:pt x="232155" y="102996"/>
                  </a:lnTo>
                  <a:lnTo>
                    <a:pt x="239522" y="101600"/>
                  </a:lnTo>
                  <a:lnTo>
                    <a:pt x="298605" y="101600"/>
                  </a:lnTo>
                  <a:lnTo>
                    <a:pt x="297999" y="101024"/>
                  </a:lnTo>
                  <a:lnTo>
                    <a:pt x="258271" y="84526"/>
                  </a:lnTo>
                  <a:lnTo>
                    <a:pt x="259382" y="84526"/>
                  </a:lnTo>
                  <a:lnTo>
                    <a:pt x="249554" y="84074"/>
                  </a:lnTo>
                  <a:close/>
                </a:path>
                <a:path w="621029" h="273685">
                  <a:moveTo>
                    <a:pt x="392811" y="87883"/>
                  </a:moveTo>
                  <a:lnTo>
                    <a:pt x="372110" y="87883"/>
                  </a:lnTo>
                  <a:lnTo>
                    <a:pt x="372110" y="175259"/>
                  </a:lnTo>
                  <a:lnTo>
                    <a:pt x="372825" y="185800"/>
                  </a:lnTo>
                  <a:lnTo>
                    <a:pt x="372920" y="187198"/>
                  </a:lnTo>
                  <a:lnTo>
                    <a:pt x="372965" y="187856"/>
                  </a:lnTo>
                  <a:lnTo>
                    <a:pt x="393318" y="225026"/>
                  </a:lnTo>
                  <a:lnTo>
                    <a:pt x="426465" y="234187"/>
                  </a:lnTo>
                  <a:lnTo>
                    <a:pt x="433917" y="233689"/>
                  </a:lnTo>
                  <a:lnTo>
                    <a:pt x="467569" y="216788"/>
                  </a:lnTo>
                  <a:lnTo>
                    <a:pt x="424053" y="216788"/>
                  </a:lnTo>
                  <a:lnTo>
                    <a:pt x="418452" y="215645"/>
                  </a:lnTo>
                  <a:lnTo>
                    <a:pt x="418097" y="215645"/>
                  </a:lnTo>
                  <a:lnTo>
                    <a:pt x="412749" y="213105"/>
                  </a:lnTo>
                  <a:lnTo>
                    <a:pt x="394839" y="187856"/>
                  </a:lnTo>
                  <a:lnTo>
                    <a:pt x="393445" y="181101"/>
                  </a:lnTo>
                  <a:lnTo>
                    <a:pt x="392905" y="175259"/>
                  </a:lnTo>
                  <a:lnTo>
                    <a:pt x="392811" y="87883"/>
                  </a:lnTo>
                  <a:close/>
                </a:path>
                <a:path w="621029" h="273685">
                  <a:moveTo>
                    <a:pt x="495681" y="205993"/>
                  </a:moveTo>
                  <a:lnTo>
                    <a:pt x="475741" y="205993"/>
                  </a:lnTo>
                  <a:lnTo>
                    <a:pt x="475765" y="207263"/>
                  </a:lnTo>
                  <a:lnTo>
                    <a:pt x="475889" y="213359"/>
                  </a:lnTo>
                  <a:lnTo>
                    <a:pt x="476013" y="215645"/>
                  </a:lnTo>
                  <a:lnTo>
                    <a:pt x="476122" y="217677"/>
                  </a:lnTo>
                  <a:lnTo>
                    <a:pt x="476249" y="222250"/>
                  </a:lnTo>
                  <a:lnTo>
                    <a:pt x="476494" y="225026"/>
                  </a:lnTo>
                  <a:lnTo>
                    <a:pt x="476948" y="229741"/>
                  </a:lnTo>
                  <a:lnTo>
                    <a:pt x="477012" y="230377"/>
                  </a:lnTo>
                  <a:lnTo>
                    <a:pt x="496823" y="230377"/>
                  </a:lnTo>
                  <a:lnTo>
                    <a:pt x="496523" y="226567"/>
                  </a:lnTo>
                  <a:lnTo>
                    <a:pt x="496418" y="225026"/>
                  </a:lnTo>
                  <a:lnTo>
                    <a:pt x="495897" y="213105"/>
                  </a:lnTo>
                  <a:lnTo>
                    <a:pt x="495797" y="210692"/>
                  </a:lnTo>
                  <a:lnTo>
                    <a:pt x="495681" y="205993"/>
                  </a:lnTo>
                  <a:close/>
                </a:path>
                <a:path w="621029" h="273685">
                  <a:moveTo>
                    <a:pt x="495681" y="87883"/>
                  </a:moveTo>
                  <a:lnTo>
                    <a:pt x="474853" y="87883"/>
                  </a:lnTo>
                  <a:lnTo>
                    <a:pt x="474853" y="170433"/>
                  </a:lnTo>
                  <a:lnTo>
                    <a:pt x="473583" y="178688"/>
                  </a:lnTo>
                  <a:lnTo>
                    <a:pt x="452755" y="211200"/>
                  </a:lnTo>
                  <a:lnTo>
                    <a:pt x="447547" y="213359"/>
                  </a:lnTo>
                  <a:lnTo>
                    <a:pt x="442340" y="215645"/>
                  </a:lnTo>
                  <a:lnTo>
                    <a:pt x="437007" y="216788"/>
                  </a:lnTo>
                  <a:lnTo>
                    <a:pt x="467569" y="216788"/>
                  </a:lnTo>
                  <a:lnTo>
                    <a:pt x="471582" y="211972"/>
                  </a:lnTo>
                  <a:lnTo>
                    <a:pt x="475107" y="205993"/>
                  </a:lnTo>
                  <a:lnTo>
                    <a:pt x="495681" y="205993"/>
                  </a:lnTo>
                  <a:lnTo>
                    <a:pt x="495681" y="87883"/>
                  </a:lnTo>
                  <a:close/>
                </a:path>
                <a:path w="621029" h="273685">
                  <a:moveTo>
                    <a:pt x="580263" y="105155"/>
                  </a:moveTo>
                  <a:lnTo>
                    <a:pt x="559562" y="105155"/>
                  </a:lnTo>
                  <a:lnTo>
                    <a:pt x="559562" y="202056"/>
                  </a:lnTo>
                  <a:lnTo>
                    <a:pt x="560705" y="208406"/>
                  </a:lnTo>
                  <a:lnTo>
                    <a:pt x="563117" y="213359"/>
                  </a:lnTo>
                  <a:lnTo>
                    <a:pt x="565404" y="218186"/>
                  </a:lnTo>
                  <a:lnTo>
                    <a:pt x="568452" y="221995"/>
                  </a:lnTo>
                  <a:lnTo>
                    <a:pt x="575817" y="227837"/>
                  </a:lnTo>
                  <a:lnTo>
                    <a:pt x="579755" y="229742"/>
                  </a:lnTo>
                  <a:lnTo>
                    <a:pt x="588803" y="231901"/>
                  </a:lnTo>
                  <a:lnTo>
                    <a:pt x="589280" y="231901"/>
                  </a:lnTo>
                  <a:lnTo>
                    <a:pt x="592328" y="232282"/>
                  </a:lnTo>
                  <a:lnTo>
                    <a:pt x="600837" y="232282"/>
                  </a:lnTo>
                  <a:lnTo>
                    <a:pt x="605155" y="231901"/>
                  </a:lnTo>
                  <a:lnTo>
                    <a:pt x="609218" y="231139"/>
                  </a:lnTo>
                  <a:lnTo>
                    <a:pt x="613156" y="230504"/>
                  </a:lnTo>
                  <a:lnTo>
                    <a:pt x="616838" y="229488"/>
                  </a:lnTo>
                  <a:lnTo>
                    <a:pt x="620521" y="228091"/>
                  </a:lnTo>
                  <a:lnTo>
                    <a:pt x="619858" y="214629"/>
                  </a:lnTo>
                  <a:lnTo>
                    <a:pt x="598550" y="214629"/>
                  </a:lnTo>
                  <a:lnTo>
                    <a:pt x="595757" y="214249"/>
                  </a:lnTo>
                  <a:lnTo>
                    <a:pt x="593216" y="213487"/>
                  </a:lnTo>
                  <a:lnTo>
                    <a:pt x="590549" y="212851"/>
                  </a:lnTo>
                  <a:lnTo>
                    <a:pt x="588263" y="211454"/>
                  </a:lnTo>
                  <a:lnTo>
                    <a:pt x="586359" y="209550"/>
                  </a:lnTo>
                  <a:lnTo>
                    <a:pt x="584327" y="207644"/>
                  </a:lnTo>
                  <a:lnTo>
                    <a:pt x="582930" y="204850"/>
                  </a:lnTo>
                  <a:lnTo>
                    <a:pt x="581787" y="201549"/>
                  </a:lnTo>
                  <a:lnTo>
                    <a:pt x="580770" y="198119"/>
                  </a:lnTo>
                  <a:lnTo>
                    <a:pt x="580321" y="194182"/>
                  </a:lnTo>
                  <a:lnTo>
                    <a:pt x="580263" y="105155"/>
                  </a:lnTo>
                  <a:close/>
                </a:path>
                <a:path w="621029" h="273685">
                  <a:moveTo>
                    <a:pt x="619633" y="210057"/>
                  </a:moveTo>
                  <a:lnTo>
                    <a:pt x="616838" y="211454"/>
                  </a:lnTo>
                  <a:lnTo>
                    <a:pt x="613790" y="212598"/>
                  </a:lnTo>
                  <a:lnTo>
                    <a:pt x="610615" y="213359"/>
                  </a:lnTo>
                  <a:lnTo>
                    <a:pt x="607440" y="214249"/>
                  </a:lnTo>
                  <a:lnTo>
                    <a:pt x="604392" y="214629"/>
                  </a:lnTo>
                  <a:lnTo>
                    <a:pt x="619858" y="214629"/>
                  </a:lnTo>
                  <a:lnTo>
                    <a:pt x="619758" y="212598"/>
                  </a:lnTo>
                  <a:lnTo>
                    <a:pt x="619633" y="210057"/>
                  </a:lnTo>
                  <a:close/>
                </a:path>
                <a:path w="621029" h="273685">
                  <a:moveTo>
                    <a:pt x="620521" y="87883"/>
                  </a:moveTo>
                  <a:lnTo>
                    <a:pt x="529970" y="87883"/>
                  </a:lnTo>
                  <a:lnTo>
                    <a:pt x="529970" y="105155"/>
                  </a:lnTo>
                  <a:lnTo>
                    <a:pt x="620521" y="105155"/>
                  </a:lnTo>
                  <a:lnTo>
                    <a:pt x="620521" y="87883"/>
                  </a:lnTo>
                  <a:close/>
                </a:path>
                <a:path w="621029" h="273685">
                  <a:moveTo>
                    <a:pt x="580263" y="47498"/>
                  </a:moveTo>
                  <a:lnTo>
                    <a:pt x="559562" y="47498"/>
                  </a:lnTo>
                  <a:lnTo>
                    <a:pt x="559562" y="87883"/>
                  </a:lnTo>
                  <a:lnTo>
                    <a:pt x="580263" y="87883"/>
                  </a:lnTo>
                  <a:lnTo>
                    <a:pt x="580263" y="47498"/>
                  </a:lnTo>
                  <a:close/>
                </a:path>
              </a:pathLst>
            </a:custGeom>
            <a:solidFill>
              <a:srgbClr val="00000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7035830" y="2334096"/>
            <a:ext cx="821055" cy="304165"/>
          </a:xfrm>
          <a:custGeom>
            <a:avLst/>
            <a:gdLst/>
            <a:ahLst/>
            <a:cxnLst/>
            <a:rect l="l" t="t" r="r" b="b"/>
            <a:pathLst>
              <a:path w="821054" h="304164">
                <a:moveTo>
                  <a:pt x="222376" y="78612"/>
                </a:moveTo>
                <a:lnTo>
                  <a:pt x="172084" y="78612"/>
                </a:lnTo>
                <a:lnTo>
                  <a:pt x="172100" y="180466"/>
                </a:lnTo>
                <a:lnTo>
                  <a:pt x="184403" y="215011"/>
                </a:lnTo>
                <a:lnTo>
                  <a:pt x="188721" y="220852"/>
                </a:lnTo>
                <a:lnTo>
                  <a:pt x="227202" y="234695"/>
                </a:lnTo>
                <a:lnTo>
                  <a:pt x="232536" y="234695"/>
                </a:lnTo>
                <a:lnTo>
                  <a:pt x="237489" y="234061"/>
                </a:lnTo>
                <a:lnTo>
                  <a:pt x="242315" y="232537"/>
                </a:lnTo>
                <a:lnTo>
                  <a:pt x="247014" y="231139"/>
                </a:lnTo>
                <a:lnTo>
                  <a:pt x="251459" y="229362"/>
                </a:lnTo>
                <a:lnTo>
                  <a:pt x="255396" y="227075"/>
                </a:lnTo>
                <a:lnTo>
                  <a:pt x="259333" y="224916"/>
                </a:lnTo>
                <a:lnTo>
                  <a:pt x="262762" y="222250"/>
                </a:lnTo>
                <a:lnTo>
                  <a:pt x="268604" y="216153"/>
                </a:lnTo>
                <a:lnTo>
                  <a:pt x="271017" y="212978"/>
                </a:lnTo>
                <a:lnTo>
                  <a:pt x="272922" y="209423"/>
                </a:lnTo>
                <a:lnTo>
                  <a:pt x="321563" y="209423"/>
                </a:lnTo>
                <a:lnTo>
                  <a:pt x="321563" y="193166"/>
                </a:lnTo>
                <a:lnTo>
                  <a:pt x="240156" y="193166"/>
                </a:lnTo>
                <a:lnTo>
                  <a:pt x="236346" y="192404"/>
                </a:lnTo>
                <a:lnTo>
                  <a:pt x="223265" y="173100"/>
                </a:lnTo>
                <a:lnTo>
                  <a:pt x="222652" y="169417"/>
                </a:lnTo>
                <a:lnTo>
                  <a:pt x="222376" y="165226"/>
                </a:lnTo>
                <a:lnTo>
                  <a:pt x="222376" y="78612"/>
                </a:lnTo>
                <a:close/>
              </a:path>
              <a:path w="821054" h="304164">
                <a:moveTo>
                  <a:pt x="113156" y="59181"/>
                </a:moveTo>
                <a:lnTo>
                  <a:pt x="61086" y="59181"/>
                </a:lnTo>
                <a:lnTo>
                  <a:pt x="61086" y="230377"/>
                </a:lnTo>
                <a:lnTo>
                  <a:pt x="113156" y="230377"/>
                </a:lnTo>
                <a:lnTo>
                  <a:pt x="113156" y="59181"/>
                </a:lnTo>
                <a:close/>
              </a:path>
              <a:path w="821054" h="304164">
                <a:moveTo>
                  <a:pt x="321563" y="209423"/>
                </a:moveTo>
                <a:lnTo>
                  <a:pt x="273557" y="209423"/>
                </a:lnTo>
                <a:lnTo>
                  <a:pt x="273557" y="230377"/>
                </a:lnTo>
                <a:lnTo>
                  <a:pt x="321563" y="230377"/>
                </a:lnTo>
                <a:lnTo>
                  <a:pt x="321563" y="209423"/>
                </a:lnTo>
                <a:close/>
              </a:path>
              <a:path w="821054" h="304164">
                <a:moveTo>
                  <a:pt x="321563" y="78612"/>
                </a:moveTo>
                <a:lnTo>
                  <a:pt x="271779" y="78612"/>
                </a:lnTo>
                <a:lnTo>
                  <a:pt x="271779" y="169417"/>
                </a:lnTo>
                <a:lnTo>
                  <a:pt x="269493" y="177037"/>
                </a:lnTo>
                <a:lnTo>
                  <a:pt x="264794" y="183514"/>
                </a:lnTo>
                <a:lnTo>
                  <a:pt x="260222" y="189991"/>
                </a:lnTo>
                <a:lnTo>
                  <a:pt x="253491" y="193166"/>
                </a:lnTo>
                <a:lnTo>
                  <a:pt x="321563" y="193166"/>
                </a:lnTo>
                <a:lnTo>
                  <a:pt x="321563" y="78612"/>
                </a:lnTo>
                <a:close/>
              </a:path>
              <a:path w="821054" h="304164">
                <a:moveTo>
                  <a:pt x="174243" y="14604"/>
                </a:moveTo>
                <a:lnTo>
                  <a:pt x="0" y="14604"/>
                </a:lnTo>
                <a:lnTo>
                  <a:pt x="0" y="59181"/>
                </a:lnTo>
                <a:lnTo>
                  <a:pt x="174243" y="59181"/>
                </a:lnTo>
                <a:lnTo>
                  <a:pt x="174243" y="14604"/>
                </a:lnTo>
                <a:close/>
              </a:path>
              <a:path w="821054" h="304164">
                <a:moveTo>
                  <a:pt x="414654" y="78612"/>
                </a:moveTo>
                <a:lnTo>
                  <a:pt x="367029" y="78612"/>
                </a:lnTo>
                <a:lnTo>
                  <a:pt x="367029" y="303656"/>
                </a:lnTo>
                <a:lnTo>
                  <a:pt x="417067" y="303656"/>
                </a:lnTo>
                <a:lnTo>
                  <a:pt x="417067" y="213613"/>
                </a:lnTo>
                <a:lnTo>
                  <a:pt x="513722" y="213613"/>
                </a:lnTo>
                <a:lnTo>
                  <a:pt x="516889" y="210184"/>
                </a:lnTo>
                <a:lnTo>
                  <a:pt x="521273" y="204370"/>
                </a:lnTo>
                <a:lnTo>
                  <a:pt x="525097" y="198151"/>
                </a:lnTo>
                <a:lnTo>
                  <a:pt x="527554" y="193166"/>
                </a:lnTo>
                <a:lnTo>
                  <a:pt x="446150" y="193166"/>
                </a:lnTo>
                <a:lnTo>
                  <a:pt x="441070" y="192150"/>
                </a:lnTo>
                <a:lnTo>
                  <a:pt x="436625" y="189864"/>
                </a:lnTo>
                <a:lnTo>
                  <a:pt x="432053" y="187705"/>
                </a:lnTo>
                <a:lnTo>
                  <a:pt x="428243" y="184657"/>
                </a:lnTo>
                <a:lnTo>
                  <a:pt x="421893" y="177291"/>
                </a:lnTo>
                <a:lnTo>
                  <a:pt x="419480" y="173227"/>
                </a:lnTo>
                <a:lnTo>
                  <a:pt x="416178" y="163829"/>
                </a:lnTo>
                <a:lnTo>
                  <a:pt x="415289" y="159130"/>
                </a:lnTo>
                <a:lnTo>
                  <a:pt x="415338" y="149098"/>
                </a:lnTo>
                <a:lnTo>
                  <a:pt x="416178" y="144652"/>
                </a:lnTo>
                <a:lnTo>
                  <a:pt x="419480" y="135254"/>
                </a:lnTo>
                <a:lnTo>
                  <a:pt x="421893" y="131063"/>
                </a:lnTo>
                <a:lnTo>
                  <a:pt x="425068" y="127507"/>
                </a:lnTo>
                <a:lnTo>
                  <a:pt x="428243" y="123825"/>
                </a:lnTo>
                <a:lnTo>
                  <a:pt x="432053" y="120776"/>
                </a:lnTo>
                <a:lnTo>
                  <a:pt x="436625" y="118617"/>
                </a:lnTo>
                <a:lnTo>
                  <a:pt x="441070" y="116331"/>
                </a:lnTo>
                <a:lnTo>
                  <a:pt x="446150" y="115188"/>
                </a:lnTo>
                <a:lnTo>
                  <a:pt x="527414" y="115188"/>
                </a:lnTo>
                <a:lnTo>
                  <a:pt x="524779" y="109966"/>
                </a:lnTo>
                <a:lnTo>
                  <a:pt x="520912" y="103836"/>
                </a:lnTo>
                <a:lnTo>
                  <a:pt x="516508" y="98170"/>
                </a:lnTo>
                <a:lnTo>
                  <a:pt x="515685" y="97281"/>
                </a:lnTo>
                <a:lnTo>
                  <a:pt x="414654" y="97281"/>
                </a:lnTo>
                <a:lnTo>
                  <a:pt x="414654" y="78612"/>
                </a:lnTo>
                <a:close/>
              </a:path>
              <a:path w="821054" h="304164">
                <a:moveTo>
                  <a:pt x="513722" y="213613"/>
                </a:moveTo>
                <a:lnTo>
                  <a:pt x="417702" y="213613"/>
                </a:lnTo>
                <a:lnTo>
                  <a:pt x="422357" y="220281"/>
                </a:lnTo>
                <a:lnTo>
                  <a:pt x="463676" y="234695"/>
                </a:lnTo>
                <a:lnTo>
                  <a:pt x="470588" y="234358"/>
                </a:lnTo>
                <a:lnTo>
                  <a:pt x="471567" y="234358"/>
                </a:lnTo>
                <a:lnTo>
                  <a:pt x="511962" y="215518"/>
                </a:lnTo>
                <a:lnTo>
                  <a:pt x="513722" y="213613"/>
                </a:lnTo>
                <a:close/>
              </a:path>
              <a:path w="821054" h="304164">
                <a:moveTo>
                  <a:pt x="527414" y="115188"/>
                </a:moveTo>
                <a:lnTo>
                  <a:pt x="457707" y="115188"/>
                </a:lnTo>
                <a:lnTo>
                  <a:pt x="462914" y="116331"/>
                </a:lnTo>
                <a:lnTo>
                  <a:pt x="467359" y="118617"/>
                </a:lnTo>
                <a:lnTo>
                  <a:pt x="485139" y="139700"/>
                </a:lnTo>
                <a:lnTo>
                  <a:pt x="486663" y="144271"/>
                </a:lnTo>
                <a:lnTo>
                  <a:pt x="487425" y="149098"/>
                </a:lnTo>
                <a:lnTo>
                  <a:pt x="487365" y="159130"/>
                </a:lnTo>
                <a:lnTo>
                  <a:pt x="486663" y="163575"/>
                </a:lnTo>
                <a:lnTo>
                  <a:pt x="467359" y="189864"/>
                </a:lnTo>
                <a:lnTo>
                  <a:pt x="462914" y="192150"/>
                </a:lnTo>
                <a:lnTo>
                  <a:pt x="457707" y="193166"/>
                </a:lnTo>
                <a:lnTo>
                  <a:pt x="527554" y="193166"/>
                </a:lnTo>
                <a:lnTo>
                  <a:pt x="528373" y="191504"/>
                </a:lnTo>
                <a:lnTo>
                  <a:pt x="531015" y="184657"/>
                </a:lnTo>
                <a:lnTo>
                  <a:pt x="531113" y="184403"/>
                </a:lnTo>
                <a:lnTo>
                  <a:pt x="535939" y="153924"/>
                </a:lnTo>
                <a:lnTo>
                  <a:pt x="535758" y="149351"/>
                </a:lnTo>
                <a:lnTo>
                  <a:pt x="535748" y="149098"/>
                </a:lnTo>
                <a:lnTo>
                  <a:pt x="535628" y="146091"/>
                </a:lnTo>
                <a:lnTo>
                  <a:pt x="534685" y="138414"/>
                </a:lnTo>
                <a:lnTo>
                  <a:pt x="533134" y="131063"/>
                </a:lnTo>
                <a:lnTo>
                  <a:pt x="533100" y="130903"/>
                </a:lnTo>
                <a:lnTo>
                  <a:pt x="530937" y="123825"/>
                </a:lnTo>
                <a:lnTo>
                  <a:pt x="530859" y="123570"/>
                </a:lnTo>
                <a:lnTo>
                  <a:pt x="528099" y="116548"/>
                </a:lnTo>
                <a:lnTo>
                  <a:pt x="527414" y="115188"/>
                </a:lnTo>
                <a:close/>
              </a:path>
              <a:path w="821054" h="304164">
                <a:moveTo>
                  <a:pt x="463930" y="74294"/>
                </a:moveTo>
                <a:lnTo>
                  <a:pt x="426719" y="85851"/>
                </a:lnTo>
                <a:lnTo>
                  <a:pt x="415543" y="97281"/>
                </a:lnTo>
                <a:lnTo>
                  <a:pt x="515685" y="97281"/>
                </a:lnTo>
                <a:lnTo>
                  <a:pt x="480079" y="76025"/>
                </a:lnTo>
                <a:lnTo>
                  <a:pt x="480380" y="76025"/>
                </a:lnTo>
                <a:lnTo>
                  <a:pt x="472170" y="74725"/>
                </a:lnTo>
                <a:lnTo>
                  <a:pt x="472522" y="74725"/>
                </a:lnTo>
                <a:lnTo>
                  <a:pt x="463930" y="74294"/>
                </a:lnTo>
                <a:close/>
              </a:path>
              <a:path w="821054" h="304164">
                <a:moveTo>
                  <a:pt x="623951" y="0"/>
                </a:moveTo>
                <a:lnTo>
                  <a:pt x="573404" y="0"/>
                </a:lnTo>
                <a:lnTo>
                  <a:pt x="573404" y="230377"/>
                </a:lnTo>
                <a:lnTo>
                  <a:pt x="623951" y="230377"/>
                </a:lnTo>
                <a:lnTo>
                  <a:pt x="623951" y="0"/>
                </a:lnTo>
                <a:close/>
              </a:path>
              <a:path w="821054" h="304164">
                <a:moveTo>
                  <a:pt x="744727" y="73659"/>
                </a:moveTo>
                <a:lnTo>
                  <a:pt x="705151" y="82720"/>
                </a:lnTo>
                <a:lnTo>
                  <a:pt x="672595" y="114204"/>
                </a:lnTo>
                <a:lnTo>
                  <a:pt x="662685" y="155066"/>
                </a:lnTo>
                <a:lnTo>
                  <a:pt x="663110" y="164423"/>
                </a:lnTo>
                <a:lnTo>
                  <a:pt x="664257" y="172465"/>
                </a:lnTo>
                <a:lnTo>
                  <a:pt x="664368" y="173243"/>
                </a:lnTo>
                <a:lnTo>
                  <a:pt x="681898" y="209018"/>
                </a:lnTo>
                <a:lnTo>
                  <a:pt x="713993" y="229996"/>
                </a:lnTo>
                <a:lnTo>
                  <a:pt x="746251" y="235330"/>
                </a:lnTo>
                <a:lnTo>
                  <a:pt x="757513" y="234807"/>
                </a:lnTo>
                <a:lnTo>
                  <a:pt x="795226" y="222307"/>
                </a:lnTo>
                <a:lnTo>
                  <a:pt x="815085" y="203073"/>
                </a:lnTo>
                <a:lnTo>
                  <a:pt x="805486" y="196976"/>
                </a:lnTo>
                <a:lnTo>
                  <a:pt x="742314" y="196976"/>
                </a:lnTo>
                <a:lnTo>
                  <a:pt x="737996" y="196214"/>
                </a:lnTo>
                <a:lnTo>
                  <a:pt x="714501" y="179831"/>
                </a:lnTo>
                <a:lnTo>
                  <a:pt x="712342" y="176402"/>
                </a:lnTo>
                <a:lnTo>
                  <a:pt x="711072" y="172465"/>
                </a:lnTo>
                <a:lnTo>
                  <a:pt x="710564" y="168275"/>
                </a:lnTo>
                <a:lnTo>
                  <a:pt x="820673" y="168275"/>
                </a:lnTo>
                <a:lnTo>
                  <a:pt x="820801" y="166496"/>
                </a:lnTo>
                <a:lnTo>
                  <a:pt x="820880" y="155066"/>
                </a:lnTo>
                <a:lnTo>
                  <a:pt x="820572" y="146863"/>
                </a:lnTo>
                <a:lnTo>
                  <a:pt x="819515" y="137890"/>
                </a:lnTo>
                <a:lnTo>
                  <a:pt x="819410" y="137382"/>
                </a:lnTo>
                <a:lnTo>
                  <a:pt x="819364" y="137159"/>
                </a:lnTo>
                <a:lnTo>
                  <a:pt x="710564" y="137159"/>
                </a:lnTo>
                <a:lnTo>
                  <a:pt x="710691" y="133223"/>
                </a:lnTo>
                <a:lnTo>
                  <a:pt x="711707" y="129539"/>
                </a:lnTo>
                <a:lnTo>
                  <a:pt x="713612" y="125983"/>
                </a:lnTo>
                <a:lnTo>
                  <a:pt x="715390" y="122554"/>
                </a:lnTo>
                <a:lnTo>
                  <a:pt x="717803" y="119379"/>
                </a:lnTo>
                <a:lnTo>
                  <a:pt x="720978" y="116712"/>
                </a:lnTo>
                <a:lnTo>
                  <a:pt x="723845" y="114204"/>
                </a:lnTo>
                <a:lnTo>
                  <a:pt x="727582" y="112013"/>
                </a:lnTo>
                <a:lnTo>
                  <a:pt x="735710" y="108965"/>
                </a:lnTo>
                <a:lnTo>
                  <a:pt x="740155" y="108203"/>
                </a:lnTo>
                <a:lnTo>
                  <a:pt x="808973" y="108203"/>
                </a:lnTo>
                <a:lnTo>
                  <a:pt x="808587" y="107489"/>
                </a:lnTo>
                <a:lnTo>
                  <a:pt x="775735" y="79501"/>
                </a:lnTo>
                <a:lnTo>
                  <a:pt x="768575" y="76981"/>
                </a:lnTo>
                <a:lnTo>
                  <a:pt x="768716" y="76981"/>
                </a:lnTo>
                <a:lnTo>
                  <a:pt x="761028" y="75152"/>
                </a:lnTo>
                <a:lnTo>
                  <a:pt x="761226" y="75152"/>
                </a:lnTo>
                <a:lnTo>
                  <a:pt x="753068" y="74037"/>
                </a:lnTo>
                <a:lnTo>
                  <a:pt x="753378" y="74037"/>
                </a:lnTo>
                <a:lnTo>
                  <a:pt x="744727" y="73659"/>
                </a:lnTo>
                <a:close/>
              </a:path>
              <a:path w="821054" h="304164">
                <a:moveTo>
                  <a:pt x="780287" y="180975"/>
                </a:moveTo>
                <a:lnTo>
                  <a:pt x="754760" y="196976"/>
                </a:lnTo>
                <a:lnTo>
                  <a:pt x="805486" y="196976"/>
                </a:lnTo>
                <a:lnTo>
                  <a:pt x="780287" y="180975"/>
                </a:lnTo>
                <a:close/>
              </a:path>
              <a:path w="821054" h="304164">
                <a:moveTo>
                  <a:pt x="808973" y="108203"/>
                </a:moveTo>
                <a:lnTo>
                  <a:pt x="755014" y="108203"/>
                </a:lnTo>
                <a:lnTo>
                  <a:pt x="762380" y="111125"/>
                </a:lnTo>
                <a:lnTo>
                  <a:pt x="767460" y="116712"/>
                </a:lnTo>
                <a:lnTo>
                  <a:pt x="771643" y="121538"/>
                </a:lnTo>
                <a:lnTo>
                  <a:pt x="772461" y="122554"/>
                </a:lnTo>
                <a:lnTo>
                  <a:pt x="774953" y="129170"/>
                </a:lnTo>
                <a:lnTo>
                  <a:pt x="774953" y="137159"/>
                </a:lnTo>
                <a:lnTo>
                  <a:pt x="819364" y="137159"/>
                </a:lnTo>
                <a:lnTo>
                  <a:pt x="817787" y="129539"/>
                </a:lnTo>
                <a:lnTo>
                  <a:pt x="815339" y="121538"/>
                </a:lnTo>
                <a:lnTo>
                  <a:pt x="812218" y="114204"/>
                </a:lnTo>
                <a:lnTo>
                  <a:pt x="808973" y="108203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/>
          <p:cNvSpPr/>
          <p:nvPr/>
        </p:nvSpPr>
        <p:spPr>
          <a:xfrm>
            <a:off x="8044621" y="2337072"/>
            <a:ext cx="687705" cy="233045"/>
          </a:xfrm>
          <a:custGeom>
            <a:avLst/>
            <a:gdLst/>
            <a:ahLst/>
            <a:cxnLst/>
            <a:rect l="l" t="t" r="r" b="b"/>
            <a:pathLst>
              <a:path w="687704" h="233044">
                <a:moveTo>
                  <a:pt x="53594" y="75946"/>
                </a:moveTo>
                <a:lnTo>
                  <a:pt x="3556" y="75946"/>
                </a:lnTo>
                <a:lnTo>
                  <a:pt x="3556" y="227711"/>
                </a:lnTo>
                <a:lnTo>
                  <a:pt x="53594" y="227711"/>
                </a:lnTo>
                <a:lnTo>
                  <a:pt x="53594" y="75946"/>
                </a:lnTo>
                <a:close/>
              </a:path>
              <a:path w="687704" h="233044">
                <a:moveTo>
                  <a:pt x="57277" y="23622"/>
                </a:moveTo>
                <a:lnTo>
                  <a:pt x="56591" y="20447"/>
                </a:lnTo>
                <a:lnTo>
                  <a:pt x="56515" y="20066"/>
                </a:lnTo>
                <a:lnTo>
                  <a:pt x="55105" y="17018"/>
                </a:lnTo>
                <a:lnTo>
                  <a:pt x="36512" y="889"/>
                </a:lnTo>
                <a:lnTo>
                  <a:pt x="36830" y="889"/>
                </a:lnTo>
                <a:lnTo>
                  <a:pt x="32385" y="0"/>
                </a:lnTo>
                <a:lnTo>
                  <a:pt x="24511" y="0"/>
                </a:lnTo>
                <a:lnTo>
                  <a:pt x="20701" y="889"/>
                </a:lnTo>
                <a:lnTo>
                  <a:pt x="13843" y="3937"/>
                </a:lnTo>
                <a:lnTo>
                  <a:pt x="10795" y="5842"/>
                </a:lnTo>
                <a:lnTo>
                  <a:pt x="8128" y="8382"/>
                </a:lnTo>
                <a:lnTo>
                  <a:pt x="5461" y="10795"/>
                </a:lnTo>
                <a:lnTo>
                  <a:pt x="0" y="34925"/>
                </a:lnTo>
                <a:lnTo>
                  <a:pt x="2667" y="41402"/>
                </a:lnTo>
                <a:lnTo>
                  <a:pt x="13589" y="52324"/>
                </a:lnTo>
                <a:lnTo>
                  <a:pt x="20447" y="54991"/>
                </a:lnTo>
                <a:lnTo>
                  <a:pt x="32385" y="54991"/>
                </a:lnTo>
                <a:lnTo>
                  <a:pt x="57277" y="31369"/>
                </a:lnTo>
                <a:lnTo>
                  <a:pt x="57277" y="23622"/>
                </a:lnTo>
                <a:close/>
              </a:path>
              <a:path w="687704" h="233044">
                <a:moveTo>
                  <a:pt x="215646" y="92456"/>
                </a:moveTo>
                <a:lnTo>
                  <a:pt x="179984" y="74104"/>
                </a:lnTo>
                <a:lnTo>
                  <a:pt x="154813" y="70993"/>
                </a:lnTo>
                <a:lnTo>
                  <a:pt x="147447" y="70993"/>
                </a:lnTo>
                <a:lnTo>
                  <a:pt x="106299" y="86995"/>
                </a:lnTo>
                <a:lnTo>
                  <a:pt x="97536" y="98679"/>
                </a:lnTo>
                <a:lnTo>
                  <a:pt x="93599" y="105029"/>
                </a:lnTo>
                <a:lnTo>
                  <a:pt x="91694" y="112776"/>
                </a:lnTo>
                <a:lnTo>
                  <a:pt x="91694" y="129032"/>
                </a:lnTo>
                <a:lnTo>
                  <a:pt x="92964" y="135255"/>
                </a:lnTo>
                <a:lnTo>
                  <a:pt x="95631" y="140208"/>
                </a:lnTo>
                <a:lnTo>
                  <a:pt x="98298" y="145288"/>
                </a:lnTo>
                <a:lnTo>
                  <a:pt x="101600" y="149606"/>
                </a:lnTo>
                <a:lnTo>
                  <a:pt x="105791" y="153035"/>
                </a:lnTo>
                <a:lnTo>
                  <a:pt x="109982" y="156591"/>
                </a:lnTo>
                <a:lnTo>
                  <a:pt x="114681" y="159258"/>
                </a:lnTo>
                <a:lnTo>
                  <a:pt x="125349" y="163322"/>
                </a:lnTo>
                <a:lnTo>
                  <a:pt x="130556" y="164973"/>
                </a:lnTo>
                <a:lnTo>
                  <a:pt x="135890" y="166116"/>
                </a:lnTo>
                <a:lnTo>
                  <a:pt x="146177" y="168656"/>
                </a:lnTo>
                <a:lnTo>
                  <a:pt x="153797" y="170942"/>
                </a:lnTo>
                <a:lnTo>
                  <a:pt x="158750" y="173228"/>
                </a:lnTo>
                <a:lnTo>
                  <a:pt x="163576" y="175514"/>
                </a:lnTo>
                <a:lnTo>
                  <a:pt x="166116" y="178943"/>
                </a:lnTo>
                <a:lnTo>
                  <a:pt x="166027" y="188595"/>
                </a:lnTo>
                <a:lnTo>
                  <a:pt x="164084" y="191770"/>
                </a:lnTo>
                <a:lnTo>
                  <a:pt x="160147" y="193802"/>
                </a:lnTo>
                <a:lnTo>
                  <a:pt x="156210" y="195707"/>
                </a:lnTo>
                <a:lnTo>
                  <a:pt x="152146" y="196723"/>
                </a:lnTo>
                <a:lnTo>
                  <a:pt x="140716" y="196723"/>
                </a:lnTo>
                <a:lnTo>
                  <a:pt x="133858" y="195072"/>
                </a:lnTo>
                <a:lnTo>
                  <a:pt x="120777" y="188595"/>
                </a:lnTo>
                <a:lnTo>
                  <a:pt x="115316" y="184531"/>
                </a:lnTo>
                <a:lnTo>
                  <a:pt x="110871" y="179578"/>
                </a:lnTo>
                <a:lnTo>
                  <a:pt x="82931" y="209169"/>
                </a:lnTo>
                <a:lnTo>
                  <a:pt x="121500" y="229298"/>
                </a:lnTo>
                <a:lnTo>
                  <a:pt x="148971" y="232664"/>
                </a:lnTo>
                <a:lnTo>
                  <a:pt x="156718" y="232664"/>
                </a:lnTo>
                <a:lnTo>
                  <a:pt x="164465" y="231775"/>
                </a:lnTo>
                <a:lnTo>
                  <a:pt x="172085" y="229870"/>
                </a:lnTo>
                <a:lnTo>
                  <a:pt x="179832" y="228092"/>
                </a:lnTo>
                <a:lnTo>
                  <a:pt x="186690" y="225171"/>
                </a:lnTo>
                <a:lnTo>
                  <a:pt x="199136" y="217043"/>
                </a:lnTo>
                <a:lnTo>
                  <a:pt x="204216" y="211709"/>
                </a:lnTo>
                <a:lnTo>
                  <a:pt x="208026" y="205105"/>
                </a:lnTo>
                <a:lnTo>
                  <a:pt x="211963" y="198501"/>
                </a:lnTo>
                <a:lnTo>
                  <a:pt x="212369" y="196723"/>
                </a:lnTo>
                <a:lnTo>
                  <a:pt x="213868" y="190373"/>
                </a:lnTo>
                <a:lnTo>
                  <a:pt x="213804" y="173228"/>
                </a:lnTo>
                <a:lnTo>
                  <a:pt x="188468" y="141986"/>
                </a:lnTo>
                <a:lnTo>
                  <a:pt x="165481" y="134493"/>
                </a:lnTo>
                <a:lnTo>
                  <a:pt x="155702" y="132207"/>
                </a:lnTo>
                <a:lnTo>
                  <a:pt x="148590" y="130302"/>
                </a:lnTo>
                <a:lnTo>
                  <a:pt x="144145" y="128397"/>
                </a:lnTo>
                <a:lnTo>
                  <a:pt x="139827" y="126619"/>
                </a:lnTo>
                <a:lnTo>
                  <a:pt x="137668" y="123571"/>
                </a:lnTo>
                <a:lnTo>
                  <a:pt x="137668" y="114808"/>
                </a:lnTo>
                <a:lnTo>
                  <a:pt x="139700" y="111633"/>
                </a:lnTo>
                <a:lnTo>
                  <a:pt x="143637" y="109855"/>
                </a:lnTo>
                <a:lnTo>
                  <a:pt x="147574" y="107950"/>
                </a:lnTo>
                <a:lnTo>
                  <a:pt x="151892" y="107061"/>
                </a:lnTo>
                <a:lnTo>
                  <a:pt x="162687" y="107061"/>
                </a:lnTo>
                <a:lnTo>
                  <a:pt x="168529" y="108331"/>
                </a:lnTo>
                <a:lnTo>
                  <a:pt x="179451" y="113665"/>
                </a:lnTo>
                <a:lnTo>
                  <a:pt x="184150" y="116840"/>
                </a:lnTo>
                <a:lnTo>
                  <a:pt x="188214" y="120777"/>
                </a:lnTo>
                <a:lnTo>
                  <a:pt x="201498" y="107061"/>
                </a:lnTo>
                <a:lnTo>
                  <a:pt x="215646" y="92456"/>
                </a:lnTo>
                <a:close/>
              </a:path>
              <a:path w="687704" h="233044">
                <a:moveTo>
                  <a:pt x="398272" y="227711"/>
                </a:moveTo>
                <a:lnTo>
                  <a:pt x="398145" y="125349"/>
                </a:lnTo>
                <a:lnTo>
                  <a:pt x="397484" y="119634"/>
                </a:lnTo>
                <a:lnTo>
                  <a:pt x="397383" y="118745"/>
                </a:lnTo>
                <a:lnTo>
                  <a:pt x="395897" y="112903"/>
                </a:lnTo>
                <a:lnTo>
                  <a:pt x="395478" y="111252"/>
                </a:lnTo>
                <a:lnTo>
                  <a:pt x="393446" y="103759"/>
                </a:lnTo>
                <a:lnTo>
                  <a:pt x="390398" y="97155"/>
                </a:lnTo>
                <a:lnTo>
                  <a:pt x="390194" y="96901"/>
                </a:lnTo>
                <a:lnTo>
                  <a:pt x="381635" y="85598"/>
                </a:lnTo>
                <a:lnTo>
                  <a:pt x="342773" y="71628"/>
                </a:lnTo>
                <a:lnTo>
                  <a:pt x="337566" y="71628"/>
                </a:lnTo>
                <a:lnTo>
                  <a:pt x="332613" y="72390"/>
                </a:lnTo>
                <a:lnTo>
                  <a:pt x="323088" y="75184"/>
                </a:lnTo>
                <a:lnTo>
                  <a:pt x="318668" y="77216"/>
                </a:lnTo>
                <a:lnTo>
                  <a:pt x="314960" y="79375"/>
                </a:lnTo>
                <a:lnTo>
                  <a:pt x="311023" y="81534"/>
                </a:lnTo>
                <a:lnTo>
                  <a:pt x="297434" y="96901"/>
                </a:lnTo>
                <a:lnTo>
                  <a:pt x="296799" y="96901"/>
                </a:lnTo>
                <a:lnTo>
                  <a:pt x="296799" y="75946"/>
                </a:lnTo>
                <a:lnTo>
                  <a:pt x="248285" y="75946"/>
                </a:lnTo>
                <a:lnTo>
                  <a:pt x="248285" y="227711"/>
                </a:lnTo>
                <a:lnTo>
                  <a:pt x="298577" y="227711"/>
                </a:lnTo>
                <a:lnTo>
                  <a:pt x="298665" y="140589"/>
                </a:lnTo>
                <a:lnTo>
                  <a:pt x="299212" y="137033"/>
                </a:lnTo>
                <a:lnTo>
                  <a:pt x="301498" y="129159"/>
                </a:lnTo>
                <a:lnTo>
                  <a:pt x="303149" y="125603"/>
                </a:lnTo>
                <a:lnTo>
                  <a:pt x="305435" y="122682"/>
                </a:lnTo>
                <a:lnTo>
                  <a:pt x="307594" y="119634"/>
                </a:lnTo>
                <a:lnTo>
                  <a:pt x="310388" y="117221"/>
                </a:lnTo>
                <a:lnTo>
                  <a:pt x="313690" y="115443"/>
                </a:lnTo>
                <a:lnTo>
                  <a:pt x="316992" y="113792"/>
                </a:lnTo>
                <a:lnTo>
                  <a:pt x="320929" y="112903"/>
                </a:lnTo>
                <a:lnTo>
                  <a:pt x="329819" y="112903"/>
                </a:lnTo>
                <a:lnTo>
                  <a:pt x="343408" y="122428"/>
                </a:lnTo>
                <a:lnTo>
                  <a:pt x="345059" y="125349"/>
                </a:lnTo>
                <a:lnTo>
                  <a:pt x="346202" y="128778"/>
                </a:lnTo>
                <a:lnTo>
                  <a:pt x="346964" y="132715"/>
                </a:lnTo>
                <a:lnTo>
                  <a:pt x="347599" y="136525"/>
                </a:lnTo>
                <a:lnTo>
                  <a:pt x="347980" y="140589"/>
                </a:lnTo>
                <a:lnTo>
                  <a:pt x="347980" y="227711"/>
                </a:lnTo>
                <a:lnTo>
                  <a:pt x="398272" y="227711"/>
                </a:lnTo>
                <a:close/>
              </a:path>
              <a:path w="687704" h="233044">
                <a:moveTo>
                  <a:pt x="493268" y="11938"/>
                </a:moveTo>
                <a:lnTo>
                  <a:pt x="449072" y="11938"/>
                </a:lnTo>
                <a:lnTo>
                  <a:pt x="427228" y="94615"/>
                </a:lnTo>
                <a:lnTo>
                  <a:pt x="465709" y="94615"/>
                </a:lnTo>
                <a:lnTo>
                  <a:pt x="493268" y="11938"/>
                </a:lnTo>
                <a:close/>
              </a:path>
              <a:path w="687704" h="233044">
                <a:moveTo>
                  <a:pt x="621665" y="75946"/>
                </a:moveTo>
                <a:lnTo>
                  <a:pt x="586105" y="75946"/>
                </a:lnTo>
                <a:lnTo>
                  <a:pt x="586105" y="36068"/>
                </a:lnTo>
                <a:lnTo>
                  <a:pt x="536956" y="36068"/>
                </a:lnTo>
                <a:lnTo>
                  <a:pt x="536956" y="75946"/>
                </a:lnTo>
                <a:lnTo>
                  <a:pt x="512826" y="75946"/>
                </a:lnTo>
                <a:lnTo>
                  <a:pt x="512826" y="113411"/>
                </a:lnTo>
                <a:lnTo>
                  <a:pt x="537337" y="113411"/>
                </a:lnTo>
                <a:lnTo>
                  <a:pt x="537337" y="185547"/>
                </a:lnTo>
                <a:lnTo>
                  <a:pt x="537895" y="190246"/>
                </a:lnTo>
                <a:lnTo>
                  <a:pt x="537984" y="191008"/>
                </a:lnTo>
                <a:lnTo>
                  <a:pt x="538060" y="191643"/>
                </a:lnTo>
                <a:lnTo>
                  <a:pt x="538162" y="192405"/>
                </a:lnTo>
                <a:lnTo>
                  <a:pt x="538226" y="192913"/>
                </a:lnTo>
                <a:lnTo>
                  <a:pt x="558800" y="225044"/>
                </a:lnTo>
                <a:lnTo>
                  <a:pt x="591185" y="231521"/>
                </a:lnTo>
                <a:lnTo>
                  <a:pt x="596519" y="231521"/>
                </a:lnTo>
                <a:lnTo>
                  <a:pt x="620141" y="226822"/>
                </a:lnTo>
                <a:lnTo>
                  <a:pt x="620064" y="221361"/>
                </a:lnTo>
                <a:lnTo>
                  <a:pt x="619988" y="216662"/>
                </a:lnTo>
                <a:lnTo>
                  <a:pt x="619925" y="211836"/>
                </a:lnTo>
                <a:lnTo>
                  <a:pt x="619848" y="206121"/>
                </a:lnTo>
                <a:lnTo>
                  <a:pt x="619760" y="199517"/>
                </a:lnTo>
                <a:lnTo>
                  <a:pt x="619658" y="192659"/>
                </a:lnTo>
                <a:lnTo>
                  <a:pt x="619633" y="190246"/>
                </a:lnTo>
                <a:lnTo>
                  <a:pt x="617728" y="191008"/>
                </a:lnTo>
                <a:lnTo>
                  <a:pt x="615442" y="191643"/>
                </a:lnTo>
                <a:lnTo>
                  <a:pt x="609981" y="192405"/>
                </a:lnTo>
                <a:lnTo>
                  <a:pt x="607441" y="192659"/>
                </a:lnTo>
                <a:lnTo>
                  <a:pt x="597916" y="192659"/>
                </a:lnTo>
                <a:lnTo>
                  <a:pt x="593305" y="191008"/>
                </a:lnTo>
                <a:lnTo>
                  <a:pt x="593051" y="191008"/>
                </a:lnTo>
                <a:lnTo>
                  <a:pt x="587502" y="183896"/>
                </a:lnTo>
                <a:lnTo>
                  <a:pt x="586105" y="178562"/>
                </a:lnTo>
                <a:lnTo>
                  <a:pt x="586105" y="113411"/>
                </a:lnTo>
                <a:lnTo>
                  <a:pt x="621665" y="113411"/>
                </a:lnTo>
                <a:lnTo>
                  <a:pt x="621665" y="75946"/>
                </a:lnTo>
                <a:close/>
              </a:path>
              <a:path w="687704" h="233044">
                <a:moveTo>
                  <a:pt x="687324" y="208915"/>
                </a:moveTo>
                <a:lnTo>
                  <a:pt x="685673" y="205105"/>
                </a:lnTo>
                <a:lnTo>
                  <a:pt x="682625" y="201676"/>
                </a:lnTo>
                <a:lnTo>
                  <a:pt x="679577" y="198374"/>
                </a:lnTo>
                <a:lnTo>
                  <a:pt x="675640" y="196723"/>
                </a:lnTo>
                <a:lnTo>
                  <a:pt x="665861" y="196723"/>
                </a:lnTo>
                <a:lnTo>
                  <a:pt x="661924" y="198374"/>
                </a:lnTo>
                <a:lnTo>
                  <a:pt x="658876" y="201676"/>
                </a:lnTo>
                <a:lnTo>
                  <a:pt x="655828" y="205105"/>
                </a:lnTo>
                <a:lnTo>
                  <a:pt x="654431" y="208915"/>
                </a:lnTo>
                <a:lnTo>
                  <a:pt x="654431" y="213233"/>
                </a:lnTo>
                <a:lnTo>
                  <a:pt x="654431" y="217424"/>
                </a:lnTo>
                <a:lnTo>
                  <a:pt x="655828" y="221234"/>
                </a:lnTo>
                <a:lnTo>
                  <a:pt x="661924" y="227838"/>
                </a:lnTo>
                <a:lnTo>
                  <a:pt x="665861" y="229616"/>
                </a:lnTo>
                <a:lnTo>
                  <a:pt x="675640" y="229616"/>
                </a:lnTo>
                <a:lnTo>
                  <a:pt x="679577" y="227838"/>
                </a:lnTo>
                <a:lnTo>
                  <a:pt x="685673" y="221234"/>
                </a:lnTo>
                <a:lnTo>
                  <a:pt x="687324" y="217424"/>
                </a:lnTo>
                <a:lnTo>
                  <a:pt x="687324" y="208915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1619387" y="2897081"/>
            <a:ext cx="9856470" cy="3667760"/>
            <a:chOff x="190372" y="3065881"/>
            <a:chExt cx="9856470" cy="3667760"/>
          </a:xfrm>
        </p:grpSpPr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0372" y="3065881"/>
              <a:ext cx="5154549" cy="36576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92039" y="3075501"/>
              <a:ext cx="5154548" cy="3657600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9FD38C6-C592-7ACD-D458-72500A63333E}"/>
              </a:ext>
            </a:extLst>
          </p:cNvPr>
          <p:cNvSpPr txBox="1"/>
          <p:nvPr/>
        </p:nvSpPr>
        <p:spPr>
          <a:xfrm>
            <a:off x="462356" y="2641675"/>
            <a:ext cx="11457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0" dirty="0">
                <a:solidFill>
                  <a:srgbClr val="FF0000"/>
                </a:solidFill>
                <a:effectLst/>
                <a:latin typeface="Nunito" pitchFamily="2" charset="77"/>
              </a:rPr>
              <a:t>This means that once a tuple is created its elements cannot be changed, added or removed. </a:t>
            </a:r>
            <a:endParaRPr lang="en-BD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686" y="526923"/>
            <a:ext cx="1757045" cy="1753870"/>
            <a:chOff x="566686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610869" y="571119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0"/>
                  </a:moveTo>
                  <a:lnTo>
                    <a:pt x="1561592" y="1561591"/>
                  </a:lnTo>
                </a:path>
                <a:path w="1626235" h="1624964">
                  <a:moveTo>
                    <a:pt x="1625854" y="379729"/>
                  </a:moveTo>
                  <a:lnTo>
                    <a:pt x="380682" y="162483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3036" y="533273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5">
                  <a:moveTo>
                    <a:pt x="52679" y="1040638"/>
                  </a:moveTo>
                  <a:lnTo>
                    <a:pt x="1040625" y="1040638"/>
                  </a:lnTo>
                  <a:lnTo>
                    <a:pt x="1040625" y="52704"/>
                  </a:lnTo>
                </a:path>
                <a:path w="1040765" h="1040765">
                  <a:moveTo>
                    <a:pt x="0" y="606298"/>
                  </a:moveTo>
                  <a:lnTo>
                    <a:pt x="606323" y="606298"/>
                  </a:lnTo>
                  <a:lnTo>
                    <a:pt x="60632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140" y="532606"/>
              <a:ext cx="1754166" cy="174772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76389" y="2531998"/>
            <a:ext cx="1862455" cy="633730"/>
            <a:chOff x="576389" y="2531998"/>
            <a:chExt cx="1862455" cy="6337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389" y="2531998"/>
              <a:ext cx="1419161" cy="633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6389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59739" y="3721100"/>
            <a:ext cx="1862455" cy="633730"/>
            <a:chOff x="559739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739" y="3721100"/>
              <a:ext cx="1419174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9739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3157601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223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Update</a:t>
            </a:r>
            <a:r>
              <a:rPr sz="4800" spc="-90" dirty="0"/>
              <a:t> </a:t>
            </a:r>
            <a:r>
              <a:rPr sz="4800" spc="-130" dirty="0"/>
              <a:t>Value</a:t>
            </a:r>
            <a:r>
              <a:rPr sz="4800" spc="-90" dirty="0"/>
              <a:t> </a:t>
            </a:r>
            <a:r>
              <a:rPr sz="4800" dirty="0"/>
              <a:t>of</a:t>
            </a:r>
            <a:r>
              <a:rPr sz="4800" spc="-70" dirty="0"/>
              <a:t> </a:t>
            </a:r>
            <a:r>
              <a:rPr sz="4800" spc="-105" dirty="0"/>
              <a:t>List</a:t>
            </a:r>
            <a:r>
              <a:rPr sz="4800" spc="-85" dirty="0"/>
              <a:t> </a:t>
            </a:r>
            <a:r>
              <a:rPr sz="4800" spc="70" dirty="0"/>
              <a:t>in</a:t>
            </a:r>
            <a:r>
              <a:rPr sz="4800" spc="-85" dirty="0"/>
              <a:t> </a:t>
            </a:r>
            <a:r>
              <a:rPr sz="4800" spc="-10" dirty="0"/>
              <a:t>Python</a:t>
            </a:r>
            <a:endParaRPr sz="480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EF2BCB29-AA64-3BD0-23DB-B6EA1AD4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2879E-4A77-4EA6-8C1E-107FDEAD3A95}" type="datetime1">
              <a:rPr lang="en-US" smtClean="0"/>
              <a:t>3/29/2026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ACA8ADAE-5992-4315-EEF8-F97ACA921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263E633-7283-BA8B-CFFA-219A7E99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rcRect l="4205" t="8849" r="3900" b="6793"/>
          <a:stretch>
            <a:fillRect/>
          </a:stretch>
        </p:blipFill>
        <p:spPr>
          <a:xfrm>
            <a:off x="152400" y="1725720"/>
            <a:ext cx="8743900" cy="34248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BD41E8-57BF-7FEB-A7C6-18C6D900DD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5042546"/>
            <a:ext cx="8055038" cy="13412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686" y="526923"/>
            <a:ext cx="1757045" cy="1753870"/>
            <a:chOff x="566686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610869" y="571119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0"/>
                  </a:moveTo>
                  <a:lnTo>
                    <a:pt x="1561592" y="1561591"/>
                  </a:lnTo>
                </a:path>
                <a:path w="1626235" h="1624964">
                  <a:moveTo>
                    <a:pt x="1625854" y="379729"/>
                  </a:moveTo>
                  <a:lnTo>
                    <a:pt x="380682" y="162483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3036" y="533273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5">
                  <a:moveTo>
                    <a:pt x="52679" y="1040638"/>
                  </a:moveTo>
                  <a:lnTo>
                    <a:pt x="1040625" y="1040638"/>
                  </a:lnTo>
                  <a:lnTo>
                    <a:pt x="1040625" y="52704"/>
                  </a:lnTo>
                </a:path>
                <a:path w="1040765" h="1040765">
                  <a:moveTo>
                    <a:pt x="0" y="606298"/>
                  </a:moveTo>
                  <a:lnTo>
                    <a:pt x="606323" y="606298"/>
                  </a:lnTo>
                  <a:lnTo>
                    <a:pt x="60632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140" y="532606"/>
              <a:ext cx="1754166" cy="174772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76389" y="2531998"/>
            <a:ext cx="1862455" cy="633730"/>
            <a:chOff x="576389" y="2531998"/>
            <a:chExt cx="1862455" cy="63373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389" y="2531998"/>
              <a:ext cx="1419161" cy="633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6389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50049" y="4606194"/>
            <a:ext cx="1757045" cy="1753870"/>
            <a:chOff x="550049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594220" y="4690491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1624876"/>
                  </a:moveTo>
                  <a:lnTo>
                    <a:pt x="1561604" y="63245"/>
                  </a:lnTo>
                </a:path>
                <a:path w="1626235" h="1624964">
                  <a:moveTo>
                    <a:pt x="1625866" y="1245196"/>
                  </a:moveTo>
                  <a:lnTo>
                    <a:pt x="38068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6399" y="5312537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4">
                  <a:moveTo>
                    <a:pt x="52666" y="0"/>
                  </a:moveTo>
                  <a:lnTo>
                    <a:pt x="1040625" y="0"/>
                  </a:lnTo>
                  <a:lnTo>
                    <a:pt x="1040625" y="987971"/>
                  </a:lnTo>
                </a:path>
                <a:path w="1040765" h="1040764">
                  <a:moveTo>
                    <a:pt x="0" y="434327"/>
                  </a:moveTo>
                  <a:lnTo>
                    <a:pt x="606323" y="434327"/>
                  </a:lnTo>
                  <a:lnTo>
                    <a:pt x="606323" y="10406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500" y="4606194"/>
              <a:ext cx="1754169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59739" y="3721100"/>
            <a:ext cx="1862455" cy="633730"/>
            <a:chOff x="559739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739" y="3721100"/>
              <a:ext cx="1419174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9739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3157601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145282" y="761441"/>
            <a:ext cx="74009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2595" algn="l"/>
              </a:tabLst>
            </a:pPr>
            <a:r>
              <a:rPr sz="4800" spc="-105" dirty="0"/>
              <a:t>List</a:t>
            </a:r>
            <a:r>
              <a:rPr sz="4800" spc="-195" dirty="0"/>
              <a:t> </a:t>
            </a:r>
            <a:r>
              <a:rPr sz="4800" spc="235" dirty="0"/>
              <a:t>&amp;</a:t>
            </a:r>
            <a:r>
              <a:rPr sz="4800" dirty="0"/>
              <a:t>Tuple</a:t>
            </a:r>
            <a:r>
              <a:rPr sz="4800" spc="-135" dirty="0"/>
              <a:t> </a:t>
            </a:r>
            <a:r>
              <a:rPr sz="4800" spc="-120" dirty="0"/>
              <a:t>Slicing</a:t>
            </a:r>
            <a:r>
              <a:rPr sz="4800" spc="-155" dirty="0"/>
              <a:t> </a:t>
            </a:r>
            <a:r>
              <a:rPr sz="4800" spc="70" dirty="0"/>
              <a:t>in</a:t>
            </a:r>
            <a:r>
              <a:rPr sz="4800" spc="-140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36802CE6-4EAE-BD40-002E-B1E2A81D3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1388-3908-4123-9797-93E76CF9D161}" type="datetime1">
              <a:rPr lang="en-US" smtClean="0"/>
              <a:t>3/29/2026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41BFB4A-9891-8906-71A6-6B9F5849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49C796C-4E64-064D-485C-E21E8E078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800" y="1743717"/>
            <a:ext cx="774979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30084" y="526923"/>
            <a:ext cx="1757045" cy="1753870"/>
            <a:chOff x="9930084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10016616" y="533273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37846"/>
                  </a:moveTo>
                  <a:lnTo>
                    <a:pt x="64261" y="1599438"/>
                  </a:lnTo>
                </a:path>
                <a:path w="1663700" h="1663064">
                  <a:moveTo>
                    <a:pt x="0" y="417575"/>
                  </a:moveTo>
                  <a:lnTo>
                    <a:pt x="1245234" y="1662684"/>
                  </a:lnTo>
                </a:path>
                <a:path w="1663700" h="1663064">
                  <a:moveTo>
                    <a:pt x="1610994" y="1040638"/>
                  </a:moveTo>
                  <a:lnTo>
                    <a:pt x="623188" y="1040638"/>
                  </a:lnTo>
                  <a:lnTo>
                    <a:pt x="623188" y="52704"/>
                  </a:lnTo>
                </a:path>
                <a:path w="1663700" h="1663064">
                  <a:moveTo>
                    <a:pt x="1663700" y="606298"/>
                  </a:moveTo>
                  <a:lnTo>
                    <a:pt x="1057402" y="606298"/>
                  </a:lnTo>
                  <a:lnTo>
                    <a:pt x="105740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0084" y="532606"/>
              <a:ext cx="1754201" cy="174772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9814814" y="2531998"/>
            <a:ext cx="1862455" cy="633730"/>
            <a:chOff x="9814814" y="2531998"/>
            <a:chExt cx="1862455" cy="63373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57790" y="2531998"/>
              <a:ext cx="1419225" cy="6333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814814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2924" y="1555385"/>
            <a:ext cx="11660505" cy="4389120"/>
            <a:chOff x="0" y="1813013"/>
            <a:chExt cx="11660505" cy="438912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41153" y="3721100"/>
              <a:ext cx="1419225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98177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813013"/>
              <a:ext cx="10273538" cy="438861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55447" y="761441"/>
            <a:ext cx="90125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88890" algn="l"/>
              </a:tabLst>
            </a:pPr>
            <a:r>
              <a:rPr sz="4800" dirty="0"/>
              <a:t>Operators</a:t>
            </a:r>
            <a:r>
              <a:rPr sz="4800" spc="-10" dirty="0"/>
              <a:t> </a:t>
            </a:r>
            <a:r>
              <a:rPr sz="4800" spc="114" dirty="0"/>
              <a:t>on</a:t>
            </a:r>
            <a:r>
              <a:rPr sz="4800" spc="-15" dirty="0"/>
              <a:t> </a:t>
            </a:r>
            <a:r>
              <a:rPr sz="4800" spc="-114" dirty="0"/>
              <a:t>List</a:t>
            </a:r>
            <a:r>
              <a:rPr sz="4800" spc="-10" dirty="0"/>
              <a:t> </a:t>
            </a:r>
            <a:r>
              <a:rPr sz="4800" spc="245" dirty="0"/>
              <a:t>&amp;</a:t>
            </a:r>
            <a:r>
              <a:rPr sz="4800" dirty="0"/>
              <a:t>	Tuple</a:t>
            </a:r>
            <a:r>
              <a:rPr sz="4800" spc="-140" dirty="0"/>
              <a:t> </a:t>
            </a:r>
            <a:r>
              <a:rPr sz="4800" spc="70" dirty="0"/>
              <a:t>in</a:t>
            </a:r>
            <a:r>
              <a:rPr sz="4800" spc="-150" dirty="0"/>
              <a:t> </a:t>
            </a:r>
            <a:r>
              <a:rPr sz="4800" spc="-10" dirty="0"/>
              <a:t>Python</a:t>
            </a:r>
            <a:endParaRPr sz="480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F2CE5A48-9731-5B51-8224-0B2B6E868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A31F1-9576-4610-9AAD-431B95F6E177}" type="datetime1">
              <a:rPr lang="en-US" smtClean="0"/>
              <a:t>3/29/2026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A87CB2D2-6898-FEB4-5BD8-08CF5E087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5B3614E-D0B6-966A-D78F-0104BD8C9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30084" y="526923"/>
            <a:ext cx="1757045" cy="1753870"/>
            <a:chOff x="9930084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10016616" y="533273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37846"/>
                  </a:moveTo>
                  <a:lnTo>
                    <a:pt x="64261" y="1599438"/>
                  </a:lnTo>
                </a:path>
                <a:path w="1663700" h="1663064">
                  <a:moveTo>
                    <a:pt x="0" y="417575"/>
                  </a:moveTo>
                  <a:lnTo>
                    <a:pt x="1245234" y="1662684"/>
                  </a:lnTo>
                </a:path>
                <a:path w="1663700" h="1663064">
                  <a:moveTo>
                    <a:pt x="1610994" y="1040638"/>
                  </a:moveTo>
                  <a:lnTo>
                    <a:pt x="623188" y="1040638"/>
                  </a:lnTo>
                  <a:lnTo>
                    <a:pt x="623188" y="52704"/>
                  </a:lnTo>
                </a:path>
                <a:path w="1663700" h="1663064">
                  <a:moveTo>
                    <a:pt x="1663700" y="606298"/>
                  </a:moveTo>
                  <a:lnTo>
                    <a:pt x="1057402" y="606298"/>
                  </a:lnTo>
                  <a:lnTo>
                    <a:pt x="105740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0084" y="532606"/>
              <a:ext cx="1754201" cy="174772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9814814" y="2531998"/>
            <a:ext cx="1862455" cy="633730"/>
            <a:chOff x="9814814" y="2531998"/>
            <a:chExt cx="1862455" cy="63373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57790" y="2531998"/>
              <a:ext cx="1419225" cy="6333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814814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9798177" y="3721100"/>
            <a:ext cx="1862455" cy="633730"/>
            <a:chOff x="9798177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41153" y="3721100"/>
              <a:ext cx="1419225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98177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55447" y="761441"/>
            <a:ext cx="84201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97070" algn="l"/>
              </a:tabLst>
            </a:pPr>
            <a:r>
              <a:rPr sz="4800" spc="-20" dirty="0"/>
              <a:t>Unpacking</a:t>
            </a:r>
            <a:r>
              <a:rPr sz="4800" spc="-204" dirty="0"/>
              <a:t> </a:t>
            </a:r>
            <a:r>
              <a:rPr sz="4800" spc="-114" dirty="0"/>
              <a:t>List</a:t>
            </a:r>
            <a:r>
              <a:rPr sz="4800" spc="-185" dirty="0"/>
              <a:t> </a:t>
            </a:r>
            <a:r>
              <a:rPr sz="4800" spc="245" dirty="0"/>
              <a:t>&amp;</a:t>
            </a:r>
            <a:r>
              <a:rPr sz="4800" dirty="0"/>
              <a:t>Tuple</a:t>
            </a:r>
            <a:r>
              <a:rPr sz="4800" spc="-130" dirty="0"/>
              <a:t> </a:t>
            </a:r>
            <a:r>
              <a:rPr sz="4800" spc="65" dirty="0"/>
              <a:t>in</a:t>
            </a:r>
            <a:r>
              <a:rPr sz="4800" spc="-140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167BE440-BA70-9466-8192-1EBF6A66F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A4DD-AD36-4063-8003-5B21F4214341}" type="datetime1">
              <a:rPr lang="en-US" smtClean="0"/>
              <a:t>3/29/2026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1B912DE0-2C38-235B-9B81-D75B76EA2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4E84B82-98B3-D555-C60C-A542736A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400" y="1412177"/>
            <a:ext cx="8193403" cy="524649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614758D-67CE-4203-3EB5-7D9ED5E645FA}"/>
              </a:ext>
            </a:extLst>
          </p:cNvPr>
          <p:cNvSpPr/>
          <p:nvPr/>
        </p:nvSpPr>
        <p:spPr>
          <a:xfrm>
            <a:off x="6477000" y="3721100"/>
            <a:ext cx="2819400" cy="1536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The * means:</a:t>
            </a:r>
          </a:p>
          <a:p>
            <a:pPr algn="ctr"/>
            <a:r>
              <a:rPr lang="en-GB" dirty="0"/>
              <a:t>Collect the remaining items into a list</a:t>
            </a:r>
            <a:endParaRPr lang="en-BD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30084" y="526923"/>
            <a:ext cx="1757045" cy="1753870"/>
            <a:chOff x="9930084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10016616" y="533273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37846"/>
                  </a:moveTo>
                  <a:lnTo>
                    <a:pt x="64261" y="1599438"/>
                  </a:lnTo>
                </a:path>
                <a:path w="1663700" h="1663064">
                  <a:moveTo>
                    <a:pt x="0" y="417575"/>
                  </a:moveTo>
                  <a:lnTo>
                    <a:pt x="1245234" y="1662684"/>
                  </a:lnTo>
                </a:path>
                <a:path w="1663700" h="1663064">
                  <a:moveTo>
                    <a:pt x="1610994" y="1040638"/>
                  </a:moveTo>
                  <a:lnTo>
                    <a:pt x="623188" y="1040638"/>
                  </a:lnTo>
                  <a:lnTo>
                    <a:pt x="623188" y="52704"/>
                  </a:lnTo>
                </a:path>
                <a:path w="1663700" h="1663064">
                  <a:moveTo>
                    <a:pt x="1663700" y="606298"/>
                  </a:moveTo>
                  <a:lnTo>
                    <a:pt x="1057402" y="606298"/>
                  </a:lnTo>
                  <a:lnTo>
                    <a:pt x="105740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0084" y="532606"/>
              <a:ext cx="1754201" cy="174772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9814814" y="2531998"/>
            <a:ext cx="1862455" cy="633730"/>
            <a:chOff x="9814814" y="2531998"/>
            <a:chExt cx="1862455" cy="63373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57790" y="2531998"/>
              <a:ext cx="1419225" cy="6333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814814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9798177" y="3721100"/>
            <a:ext cx="1862455" cy="633730"/>
            <a:chOff x="9798177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41153" y="3721100"/>
              <a:ext cx="1419225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98177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55447" y="761441"/>
            <a:ext cx="80295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2595" algn="l"/>
              </a:tabLst>
            </a:pPr>
            <a:r>
              <a:rPr sz="4800" spc="-105" dirty="0"/>
              <a:t>List</a:t>
            </a:r>
            <a:r>
              <a:rPr sz="4800" spc="-195" dirty="0"/>
              <a:t> </a:t>
            </a:r>
            <a:r>
              <a:rPr sz="4800" spc="235" dirty="0"/>
              <a:t>&amp;</a:t>
            </a:r>
            <a:r>
              <a:rPr sz="4800" dirty="0"/>
              <a:t>	Tuple</a:t>
            </a:r>
            <a:r>
              <a:rPr sz="4800" spc="-120" dirty="0"/>
              <a:t> </a:t>
            </a:r>
            <a:r>
              <a:rPr sz="4800" dirty="0"/>
              <a:t>Compare</a:t>
            </a:r>
            <a:r>
              <a:rPr sz="4800" spc="-120" dirty="0"/>
              <a:t> </a:t>
            </a:r>
            <a:r>
              <a:rPr sz="4800" spc="70" dirty="0"/>
              <a:t>in</a:t>
            </a:r>
            <a:r>
              <a:rPr sz="4800" spc="-130" dirty="0"/>
              <a:t> </a:t>
            </a:r>
            <a:r>
              <a:rPr sz="4800" spc="-10" dirty="0"/>
              <a:t>Python</a:t>
            </a:r>
            <a:endParaRPr sz="480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E7983C51-A333-920F-B1EC-648B0344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C64F-1737-468B-8427-96A46262CC24}" type="datetime1">
              <a:rPr lang="en-US" smtClean="0"/>
              <a:t>3/29/2026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9CFF6E2-6996-9435-18A2-5CC00D0B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1A94240-08C8-CC4F-7CFA-5D7CB30C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-152400" y="1372359"/>
            <a:ext cx="8172449" cy="52729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791630"/>
            <a:ext cx="8382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2230">
              <a:lnSpc>
                <a:spcPct val="100000"/>
              </a:lnSpc>
              <a:spcBef>
                <a:spcPts val="100"/>
              </a:spcBef>
            </a:pPr>
            <a:r>
              <a:rPr sz="4800" spc="-105" dirty="0"/>
              <a:t>List</a:t>
            </a:r>
            <a:r>
              <a:rPr sz="4800" spc="-135" dirty="0"/>
              <a:t> </a:t>
            </a:r>
            <a:r>
              <a:rPr sz="4800" dirty="0"/>
              <a:t>Methods</a:t>
            </a:r>
            <a:r>
              <a:rPr sz="4800" spc="-135" dirty="0"/>
              <a:t> </a:t>
            </a:r>
            <a:r>
              <a:rPr sz="4800" spc="70" dirty="0"/>
              <a:t>in</a:t>
            </a:r>
            <a:r>
              <a:rPr sz="4800" spc="-140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09E1D-10E1-D386-8641-C78F7E17E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DEE6-508A-49E2-A0CD-0CBFC58F7737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B8BAE-822A-5933-AE58-5106F6ED4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94018-73AC-B045-A269-5AA726FB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852660"/>
              </p:ext>
            </p:extLst>
          </p:nvPr>
        </p:nvGraphicFramePr>
        <p:xfrm>
          <a:off x="2895600" y="2350604"/>
          <a:ext cx="7315199" cy="3715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4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8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33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800"/>
                    </a:p>
                    <a:p>
                      <a:pPr marL="250825">
                        <a:lnSpc>
                          <a:spcPct val="100000"/>
                        </a:lnSpc>
                      </a:pPr>
                      <a:r>
                        <a:rPr sz="1800" b="1" spc="-10" dirty="0"/>
                        <a:t>Method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800" dirty="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10" dirty="0"/>
                        <a:t>Description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8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b="1" spc="-10" dirty="0"/>
                        <a:t>Returns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8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800"/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/>
                        <a:t>append()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110" dirty="0"/>
                        <a:t>Adds</a:t>
                      </a:r>
                      <a:r>
                        <a:rPr sz="1800" spc="-50" dirty="0"/>
                        <a:t> </a:t>
                      </a:r>
                      <a:r>
                        <a:rPr sz="1800" dirty="0"/>
                        <a:t>an</a:t>
                      </a:r>
                      <a:r>
                        <a:rPr sz="1800" spc="-50" dirty="0"/>
                        <a:t> </a:t>
                      </a:r>
                      <a:r>
                        <a:rPr sz="1800" dirty="0"/>
                        <a:t>element</a:t>
                      </a:r>
                      <a:r>
                        <a:rPr sz="1800" spc="-60" dirty="0"/>
                        <a:t> </a:t>
                      </a:r>
                      <a:r>
                        <a:rPr sz="1800" spc="-10" dirty="0"/>
                        <a:t>at</a:t>
                      </a:r>
                      <a:r>
                        <a:rPr sz="1800" spc="-35" dirty="0"/>
                        <a:t> </a:t>
                      </a:r>
                      <a:r>
                        <a:rPr sz="1800" dirty="0"/>
                        <a:t>the</a:t>
                      </a:r>
                      <a:r>
                        <a:rPr sz="1800" spc="-40" dirty="0"/>
                        <a:t> </a:t>
                      </a:r>
                      <a:r>
                        <a:rPr sz="1800" spc="85" dirty="0"/>
                        <a:t>end</a:t>
                      </a:r>
                      <a:r>
                        <a:rPr sz="1800" spc="-35" dirty="0"/>
                        <a:t> </a:t>
                      </a:r>
                      <a:r>
                        <a:rPr sz="1800" dirty="0"/>
                        <a:t>of</a:t>
                      </a:r>
                      <a:r>
                        <a:rPr sz="1800" spc="-10" dirty="0"/>
                        <a:t> </a:t>
                      </a:r>
                      <a:r>
                        <a:rPr sz="1800" spc="-25" dirty="0"/>
                        <a:t>the</a:t>
                      </a:r>
                      <a:endParaRPr sz="1800" dirty="0"/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20" dirty="0"/>
                        <a:t>list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428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800"/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80" dirty="0"/>
                        <a:t>None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3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800"/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/>
                        <a:t>extend()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spc="95" dirty="0"/>
                        <a:t>Appends</a:t>
                      </a:r>
                      <a:r>
                        <a:rPr sz="1800" spc="5" dirty="0"/>
                        <a:t> </a:t>
                      </a:r>
                      <a:r>
                        <a:rPr sz="1800" dirty="0"/>
                        <a:t>all</a:t>
                      </a:r>
                      <a:r>
                        <a:rPr sz="1800" spc="-10" dirty="0"/>
                        <a:t> </a:t>
                      </a:r>
                      <a:r>
                        <a:rPr sz="1800" dirty="0"/>
                        <a:t>items</a:t>
                      </a:r>
                      <a:r>
                        <a:rPr sz="1800" spc="-10" dirty="0"/>
                        <a:t> </a:t>
                      </a:r>
                      <a:r>
                        <a:rPr sz="1800" dirty="0"/>
                        <a:t>from</a:t>
                      </a:r>
                      <a:r>
                        <a:rPr sz="1800" spc="-5" dirty="0"/>
                        <a:t> </a:t>
                      </a:r>
                      <a:r>
                        <a:rPr sz="1800" dirty="0"/>
                        <a:t>another</a:t>
                      </a:r>
                      <a:r>
                        <a:rPr sz="1800" spc="15" dirty="0"/>
                        <a:t> </a:t>
                      </a:r>
                      <a:r>
                        <a:rPr sz="1800" spc="-20" dirty="0"/>
                        <a:t>list</a:t>
                      </a:r>
                      <a:endParaRPr sz="1800"/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/>
                        <a:t>at</a:t>
                      </a:r>
                      <a:r>
                        <a:rPr sz="1800" spc="-60" dirty="0"/>
                        <a:t> </a:t>
                      </a:r>
                      <a:r>
                        <a:rPr sz="1800" dirty="0"/>
                        <a:t>the</a:t>
                      </a:r>
                      <a:r>
                        <a:rPr sz="1800" spc="-60" dirty="0"/>
                        <a:t> </a:t>
                      </a:r>
                      <a:r>
                        <a:rPr sz="1800" spc="85" dirty="0"/>
                        <a:t>end</a:t>
                      </a:r>
                      <a:r>
                        <a:rPr sz="1800" spc="-50" dirty="0"/>
                        <a:t> </a:t>
                      </a:r>
                      <a:r>
                        <a:rPr sz="1800" dirty="0"/>
                        <a:t>of</a:t>
                      </a:r>
                      <a:r>
                        <a:rPr sz="1800" spc="-25" dirty="0"/>
                        <a:t> </a:t>
                      </a:r>
                      <a:r>
                        <a:rPr sz="1800" dirty="0"/>
                        <a:t>the</a:t>
                      </a:r>
                      <a:r>
                        <a:rPr sz="1800" spc="-50" dirty="0"/>
                        <a:t> </a:t>
                      </a:r>
                      <a:r>
                        <a:rPr sz="1800" dirty="0"/>
                        <a:t>current</a:t>
                      </a:r>
                      <a:r>
                        <a:rPr sz="1800" spc="-50" dirty="0"/>
                        <a:t> </a:t>
                      </a:r>
                      <a:r>
                        <a:rPr sz="1800" spc="-20" dirty="0"/>
                        <a:t>list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428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800"/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75" dirty="0"/>
                        <a:t>None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8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800"/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/>
                        <a:t>insert()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800"/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30" dirty="0"/>
                        <a:t>Inserts</a:t>
                      </a:r>
                      <a:r>
                        <a:rPr sz="1800" spc="-25" dirty="0"/>
                        <a:t> </a:t>
                      </a:r>
                      <a:r>
                        <a:rPr sz="1800" dirty="0"/>
                        <a:t>an</a:t>
                      </a:r>
                      <a:r>
                        <a:rPr sz="1800" spc="-35" dirty="0"/>
                        <a:t> </a:t>
                      </a:r>
                      <a:r>
                        <a:rPr sz="1800" dirty="0"/>
                        <a:t>item</a:t>
                      </a:r>
                      <a:r>
                        <a:rPr sz="1800" spc="-60" dirty="0"/>
                        <a:t> </a:t>
                      </a:r>
                      <a:r>
                        <a:rPr sz="1800" dirty="0"/>
                        <a:t>into</a:t>
                      </a:r>
                      <a:r>
                        <a:rPr sz="1800" spc="-30" dirty="0"/>
                        <a:t> </a:t>
                      </a:r>
                      <a:r>
                        <a:rPr sz="1800" spc="55" dirty="0"/>
                        <a:t>specified</a:t>
                      </a:r>
                      <a:r>
                        <a:rPr sz="1800" spc="-55" dirty="0"/>
                        <a:t> </a:t>
                      </a:r>
                      <a:r>
                        <a:rPr sz="1800" spc="45" dirty="0"/>
                        <a:t>index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800"/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80" dirty="0"/>
                        <a:t>None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3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800"/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/>
                        <a:t>reverse()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800"/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/>
                        <a:t>Reverses</a:t>
                      </a:r>
                      <a:r>
                        <a:rPr sz="1800" spc="-45" dirty="0"/>
                        <a:t> </a:t>
                      </a:r>
                      <a:r>
                        <a:rPr sz="1800" dirty="0"/>
                        <a:t>all</a:t>
                      </a:r>
                      <a:r>
                        <a:rPr sz="1800" spc="-10" dirty="0"/>
                        <a:t> </a:t>
                      </a:r>
                      <a:r>
                        <a:rPr sz="1800" dirty="0"/>
                        <a:t>items</a:t>
                      </a:r>
                      <a:r>
                        <a:rPr sz="1800" spc="-30" dirty="0"/>
                        <a:t> </a:t>
                      </a:r>
                      <a:r>
                        <a:rPr sz="1800" dirty="0"/>
                        <a:t>in</a:t>
                      </a:r>
                      <a:r>
                        <a:rPr sz="1800" spc="-20" dirty="0"/>
                        <a:t> </a:t>
                      </a:r>
                      <a:r>
                        <a:rPr sz="1800" dirty="0"/>
                        <a:t>the</a:t>
                      </a:r>
                      <a:r>
                        <a:rPr sz="1800" spc="5" dirty="0"/>
                        <a:t> </a:t>
                      </a:r>
                      <a:r>
                        <a:rPr sz="1800" spc="-20" dirty="0"/>
                        <a:t>list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800" dirty="0"/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80" dirty="0"/>
                        <a:t>None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72000" y="1933320"/>
            <a:ext cx="4419600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687D7D"/>
                </a:solidFill>
                <a:latin typeface="Tahoma"/>
                <a:cs typeface="Tahoma"/>
              </a:rPr>
              <a:t>These</a:t>
            </a:r>
            <a:r>
              <a:rPr spc="35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87D7D"/>
                </a:solidFill>
                <a:latin typeface="Tahoma"/>
                <a:cs typeface="Tahoma"/>
              </a:rPr>
              <a:t>functions</a:t>
            </a:r>
            <a:r>
              <a:rPr spc="60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b="1" spc="-10" dirty="0">
                <a:solidFill>
                  <a:srgbClr val="687D7D"/>
                </a:solidFill>
                <a:latin typeface="Tahoma"/>
                <a:cs typeface="Tahoma"/>
              </a:rPr>
              <a:t>modify</a:t>
            </a:r>
            <a:r>
              <a:rPr b="1" spc="105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87D7D"/>
                </a:solidFill>
                <a:latin typeface="Tahoma"/>
                <a:cs typeface="Tahoma"/>
              </a:rPr>
              <a:t>the</a:t>
            </a:r>
            <a:r>
              <a:rPr spc="45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87D7D"/>
                </a:solidFill>
                <a:latin typeface="Tahoma"/>
                <a:cs typeface="Tahoma"/>
              </a:rPr>
              <a:t>original</a:t>
            </a:r>
            <a:r>
              <a:rPr spc="45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687D7D"/>
                </a:solidFill>
                <a:latin typeface="Tahoma"/>
                <a:cs typeface="Tahoma"/>
              </a:rPr>
              <a:t>list.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61975" y="120995"/>
            <a:ext cx="10058400" cy="14507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5" dirty="0"/>
              <a:t>List</a:t>
            </a:r>
            <a:r>
              <a:rPr sz="4800" spc="-135" dirty="0"/>
              <a:t> </a:t>
            </a:r>
            <a:r>
              <a:rPr sz="4800" dirty="0"/>
              <a:t>Methods</a:t>
            </a:r>
            <a:r>
              <a:rPr sz="4800" spc="-130" dirty="0"/>
              <a:t> </a:t>
            </a:r>
            <a:r>
              <a:rPr sz="4800" spc="70" dirty="0"/>
              <a:t>in</a:t>
            </a:r>
            <a:r>
              <a:rPr sz="4800" spc="-140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7F627C0C-D4BF-2D78-D5AB-7A827F42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DCF7-B67E-4401-8B24-CA539BCBB65F}" type="datetime1">
              <a:rPr lang="en-US" smtClean="0"/>
              <a:t>3/29/2026</a:t>
            </a:fld>
            <a:endParaRPr lang="en-US"/>
          </a:p>
        </p:txBody>
      </p:sp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457083"/>
              </p:ext>
            </p:extLst>
          </p:nvPr>
        </p:nvGraphicFramePr>
        <p:xfrm>
          <a:off x="2357799" y="2151344"/>
          <a:ext cx="7929202" cy="3989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7923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2055"/>
                        </a:spcBef>
                      </a:pPr>
                      <a:r>
                        <a:rPr sz="1800" b="1" spc="-10" dirty="0"/>
                        <a:t>Method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6098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55"/>
                        </a:spcBef>
                      </a:pPr>
                      <a:r>
                        <a:rPr sz="1800" b="1" spc="-10" dirty="0"/>
                        <a:t>Description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26098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55"/>
                        </a:spcBef>
                      </a:pPr>
                      <a:r>
                        <a:rPr sz="1800" b="1" spc="-10" dirty="0"/>
                        <a:t>Returns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26098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92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55"/>
                        </a:spcBef>
                      </a:pPr>
                      <a:r>
                        <a:rPr sz="1800" spc="-10" dirty="0"/>
                        <a:t>pop()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6098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55"/>
                        </a:spcBef>
                      </a:pPr>
                      <a:r>
                        <a:rPr sz="1800" dirty="0"/>
                        <a:t>Returns</a:t>
                      </a:r>
                      <a:r>
                        <a:rPr sz="1800" spc="-15" dirty="0"/>
                        <a:t> </a:t>
                      </a:r>
                      <a:r>
                        <a:rPr sz="1800" dirty="0"/>
                        <a:t>an</a:t>
                      </a:r>
                      <a:r>
                        <a:rPr sz="1800" spc="5" dirty="0"/>
                        <a:t> </a:t>
                      </a:r>
                      <a:r>
                        <a:rPr sz="1800" dirty="0"/>
                        <a:t>item</a:t>
                      </a:r>
                      <a:r>
                        <a:rPr sz="1800" spc="-40" dirty="0"/>
                        <a:t> </a:t>
                      </a:r>
                      <a:r>
                        <a:rPr sz="1800" spc="55" dirty="0"/>
                        <a:t>and</a:t>
                      </a:r>
                      <a:r>
                        <a:rPr sz="1800" spc="-5" dirty="0"/>
                        <a:t> </a:t>
                      </a:r>
                      <a:r>
                        <a:rPr sz="1800" dirty="0"/>
                        <a:t>removes</a:t>
                      </a:r>
                      <a:r>
                        <a:rPr sz="1800" spc="-15" dirty="0"/>
                        <a:t> </a:t>
                      </a:r>
                      <a:r>
                        <a:rPr sz="1800" spc="-25" dirty="0"/>
                        <a:t>it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6098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55"/>
                        </a:spcBef>
                      </a:pPr>
                      <a:r>
                        <a:rPr sz="1800" spc="45" dirty="0"/>
                        <a:t>Removed</a:t>
                      </a:r>
                      <a:r>
                        <a:rPr sz="1800" spc="-100" dirty="0"/>
                        <a:t> </a:t>
                      </a:r>
                      <a:r>
                        <a:rPr sz="1800" spc="-20" dirty="0"/>
                        <a:t>Item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609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92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60"/>
                        </a:spcBef>
                      </a:pPr>
                      <a:r>
                        <a:rPr sz="1800" spc="-10" dirty="0"/>
                        <a:t>remove()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6162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60"/>
                        </a:spcBef>
                      </a:pPr>
                      <a:r>
                        <a:rPr sz="1800" dirty="0"/>
                        <a:t>Removes</a:t>
                      </a:r>
                      <a:r>
                        <a:rPr sz="1800" spc="-10" dirty="0"/>
                        <a:t> </a:t>
                      </a:r>
                      <a:r>
                        <a:rPr sz="1800" dirty="0"/>
                        <a:t>an</a:t>
                      </a:r>
                      <a:r>
                        <a:rPr sz="1800" spc="15" dirty="0"/>
                        <a:t> </a:t>
                      </a:r>
                      <a:r>
                        <a:rPr sz="1800" dirty="0"/>
                        <a:t>item</a:t>
                      </a:r>
                      <a:r>
                        <a:rPr sz="1800" spc="-20" dirty="0"/>
                        <a:t> </a:t>
                      </a:r>
                      <a:r>
                        <a:rPr sz="1800" dirty="0"/>
                        <a:t>from</a:t>
                      </a:r>
                      <a:r>
                        <a:rPr sz="1800" spc="15" dirty="0"/>
                        <a:t> </a:t>
                      </a:r>
                      <a:r>
                        <a:rPr sz="1800" dirty="0"/>
                        <a:t>the</a:t>
                      </a:r>
                      <a:r>
                        <a:rPr sz="1800" spc="10" dirty="0"/>
                        <a:t> </a:t>
                      </a:r>
                      <a:r>
                        <a:rPr sz="1800" spc="-20" dirty="0"/>
                        <a:t>list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6162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60"/>
                        </a:spcBef>
                      </a:pPr>
                      <a:r>
                        <a:rPr sz="1800" spc="80" dirty="0"/>
                        <a:t>None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616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92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60"/>
                        </a:spcBef>
                      </a:pPr>
                      <a:r>
                        <a:rPr sz="1800" spc="-10" dirty="0"/>
                        <a:t>clear()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6162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60"/>
                        </a:spcBef>
                      </a:pPr>
                      <a:r>
                        <a:rPr sz="1800" dirty="0"/>
                        <a:t>Removes</a:t>
                      </a:r>
                      <a:r>
                        <a:rPr sz="1800" spc="-30" dirty="0"/>
                        <a:t> </a:t>
                      </a:r>
                      <a:r>
                        <a:rPr sz="1800" dirty="0"/>
                        <a:t>all</a:t>
                      </a:r>
                      <a:r>
                        <a:rPr sz="1800" spc="-25" dirty="0"/>
                        <a:t> </a:t>
                      </a:r>
                      <a:r>
                        <a:rPr sz="1800" spc="45" dirty="0"/>
                        <a:t>element</a:t>
                      </a:r>
                      <a:r>
                        <a:rPr sz="1800" spc="-25" dirty="0"/>
                        <a:t> </a:t>
                      </a:r>
                      <a:r>
                        <a:rPr sz="1800" dirty="0"/>
                        <a:t>from</a:t>
                      </a:r>
                      <a:r>
                        <a:rPr sz="1800" spc="-5" dirty="0"/>
                        <a:t> </a:t>
                      </a:r>
                      <a:r>
                        <a:rPr sz="1800" dirty="0"/>
                        <a:t>the</a:t>
                      </a:r>
                      <a:r>
                        <a:rPr sz="1800" spc="-5" dirty="0"/>
                        <a:t> </a:t>
                      </a:r>
                      <a:r>
                        <a:rPr sz="1800" spc="-20" dirty="0"/>
                        <a:t>list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6162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60"/>
                        </a:spcBef>
                      </a:pPr>
                      <a:r>
                        <a:rPr sz="1800" spc="80" dirty="0"/>
                        <a:t>None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616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792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60"/>
                        </a:spcBef>
                      </a:pPr>
                      <a:r>
                        <a:rPr sz="1800" spc="-10" dirty="0"/>
                        <a:t>sort()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26162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60"/>
                        </a:spcBef>
                      </a:pPr>
                      <a:r>
                        <a:rPr sz="1800" dirty="0"/>
                        <a:t>Sorts</a:t>
                      </a:r>
                      <a:r>
                        <a:rPr sz="1800" spc="-55" dirty="0"/>
                        <a:t> </a:t>
                      </a:r>
                      <a:r>
                        <a:rPr sz="1800" dirty="0"/>
                        <a:t>the</a:t>
                      </a:r>
                      <a:r>
                        <a:rPr sz="1800" spc="-30" dirty="0"/>
                        <a:t> </a:t>
                      </a:r>
                      <a:r>
                        <a:rPr sz="1800" spc="-20" dirty="0"/>
                        <a:t>list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26162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60"/>
                        </a:spcBef>
                      </a:pPr>
                      <a:r>
                        <a:rPr sz="1800" spc="80" dirty="0"/>
                        <a:t>None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26162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3886200" y="1729149"/>
            <a:ext cx="4191000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687D7D"/>
                </a:solidFill>
                <a:latin typeface="Tahoma"/>
                <a:cs typeface="Tahoma"/>
              </a:rPr>
              <a:t>These</a:t>
            </a:r>
            <a:r>
              <a:rPr spc="35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87D7D"/>
                </a:solidFill>
                <a:latin typeface="Tahoma"/>
                <a:cs typeface="Tahoma"/>
              </a:rPr>
              <a:t>functions</a:t>
            </a:r>
            <a:r>
              <a:rPr spc="55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b="1" spc="-10" dirty="0">
                <a:solidFill>
                  <a:srgbClr val="687D7D"/>
                </a:solidFill>
                <a:latin typeface="Tahoma"/>
                <a:cs typeface="Tahoma"/>
              </a:rPr>
              <a:t>modify</a:t>
            </a:r>
            <a:r>
              <a:rPr b="1" spc="105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87D7D"/>
                </a:solidFill>
                <a:latin typeface="Tahoma"/>
                <a:cs typeface="Tahoma"/>
              </a:rPr>
              <a:t>the</a:t>
            </a:r>
            <a:r>
              <a:rPr spc="45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87D7D"/>
                </a:solidFill>
                <a:latin typeface="Tahoma"/>
                <a:cs typeface="Tahoma"/>
              </a:rPr>
              <a:t>original</a:t>
            </a:r>
            <a:r>
              <a:rPr spc="45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687D7D"/>
                </a:solidFill>
                <a:latin typeface="Tahoma"/>
                <a:cs typeface="Tahoma"/>
              </a:rPr>
              <a:t>list.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650295" y="765322"/>
            <a:ext cx="853495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2230">
              <a:lnSpc>
                <a:spcPct val="100000"/>
              </a:lnSpc>
              <a:spcBef>
                <a:spcPts val="100"/>
              </a:spcBef>
            </a:pPr>
            <a:r>
              <a:rPr sz="4800" spc="-105" dirty="0"/>
              <a:t>List</a:t>
            </a:r>
            <a:r>
              <a:rPr sz="4800" spc="-135" dirty="0"/>
              <a:t> </a:t>
            </a:r>
            <a:r>
              <a:rPr sz="4800" dirty="0"/>
              <a:t>Methods</a:t>
            </a:r>
            <a:r>
              <a:rPr sz="4800" spc="-135" dirty="0"/>
              <a:t> </a:t>
            </a:r>
            <a:r>
              <a:rPr sz="4800" spc="70" dirty="0"/>
              <a:t>in</a:t>
            </a:r>
            <a:r>
              <a:rPr sz="4800" spc="-140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FF79F-70DF-4068-A0D9-4A29B8619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F35DB-8A05-4A8F-8DEE-5FE8CC4F033D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3E7EB-B2F9-A7A9-718A-61CBA02D0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8D3A7-FCBB-2261-7EC1-6E17D47A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620138"/>
              </p:ext>
            </p:extLst>
          </p:nvPr>
        </p:nvGraphicFramePr>
        <p:xfrm>
          <a:off x="2209800" y="2397089"/>
          <a:ext cx="7848600" cy="3102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8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41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/>
                    </a:p>
                    <a:p>
                      <a:pPr marL="250825">
                        <a:lnSpc>
                          <a:spcPct val="100000"/>
                        </a:lnSpc>
                      </a:pPr>
                      <a:r>
                        <a:rPr sz="1800" b="1" spc="-10" dirty="0"/>
                        <a:t>Method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 dirty="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10" dirty="0"/>
                        <a:t>Description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b="1" spc="-10" dirty="0"/>
                        <a:t>Returns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41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/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/>
                        <a:t>index()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/>
                    </a:p>
                    <a:p>
                      <a:pPr marR="1524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/>
                        <a:t>Finds</a:t>
                      </a:r>
                      <a:r>
                        <a:rPr sz="1800" spc="-15" dirty="0"/>
                        <a:t> </a:t>
                      </a:r>
                      <a:r>
                        <a:rPr sz="1800" dirty="0"/>
                        <a:t>the</a:t>
                      </a:r>
                      <a:r>
                        <a:rPr sz="1800" spc="-20" dirty="0"/>
                        <a:t> </a:t>
                      </a:r>
                      <a:r>
                        <a:rPr sz="1800" spc="50" dirty="0"/>
                        <a:t>index</a:t>
                      </a:r>
                      <a:r>
                        <a:rPr sz="1800" spc="-25" dirty="0"/>
                        <a:t> </a:t>
                      </a:r>
                      <a:r>
                        <a:rPr sz="1800" dirty="0"/>
                        <a:t>of</a:t>
                      </a:r>
                      <a:r>
                        <a:rPr sz="1800" spc="15" dirty="0"/>
                        <a:t> </a:t>
                      </a:r>
                      <a:r>
                        <a:rPr sz="1800" dirty="0"/>
                        <a:t>an</a:t>
                      </a:r>
                      <a:r>
                        <a:rPr sz="1800" spc="-5" dirty="0"/>
                        <a:t> </a:t>
                      </a:r>
                      <a:r>
                        <a:rPr sz="1800" dirty="0"/>
                        <a:t>item</a:t>
                      </a:r>
                      <a:r>
                        <a:rPr sz="1800" spc="-50" dirty="0"/>
                        <a:t> </a:t>
                      </a:r>
                      <a:r>
                        <a:rPr sz="1800" dirty="0"/>
                        <a:t>in</a:t>
                      </a:r>
                      <a:r>
                        <a:rPr sz="1800" spc="-25" dirty="0"/>
                        <a:t> </a:t>
                      </a:r>
                      <a:r>
                        <a:rPr sz="1800" dirty="0"/>
                        <a:t>the</a:t>
                      </a:r>
                      <a:r>
                        <a:rPr sz="1800" spc="-20" dirty="0"/>
                        <a:t> list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00" dirty="0"/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/>
                        <a:t>Index</a:t>
                      </a:r>
                      <a:r>
                        <a:rPr sz="1800" spc="-65" dirty="0"/>
                        <a:t> </a:t>
                      </a:r>
                      <a:r>
                        <a:rPr sz="1800" dirty="0"/>
                        <a:t>of</a:t>
                      </a:r>
                      <a:r>
                        <a:rPr sz="1800" spc="-25" dirty="0"/>
                        <a:t> </a:t>
                      </a:r>
                      <a:r>
                        <a:rPr sz="1800" dirty="0"/>
                        <a:t>the</a:t>
                      </a:r>
                      <a:r>
                        <a:rPr sz="1800" spc="-50" dirty="0"/>
                        <a:t> </a:t>
                      </a:r>
                      <a:r>
                        <a:rPr sz="1800" spc="-20" dirty="0"/>
                        <a:t>Item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41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800"/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/>
                        <a:t>count()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endParaRPr sz="1800" dirty="0"/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/>
                        <a:t>Finds</a:t>
                      </a:r>
                      <a:r>
                        <a:rPr sz="1800" spc="35" dirty="0"/>
                        <a:t> </a:t>
                      </a:r>
                      <a:r>
                        <a:rPr sz="1800" dirty="0"/>
                        <a:t>the</a:t>
                      </a:r>
                      <a:r>
                        <a:rPr sz="1800" spc="25" dirty="0"/>
                        <a:t> </a:t>
                      </a:r>
                      <a:r>
                        <a:rPr sz="1800" spc="55" dirty="0"/>
                        <a:t>number</a:t>
                      </a:r>
                      <a:r>
                        <a:rPr sz="1800" spc="35" dirty="0"/>
                        <a:t> </a:t>
                      </a:r>
                      <a:r>
                        <a:rPr sz="1800" dirty="0"/>
                        <a:t>of</a:t>
                      </a:r>
                      <a:r>
                        <a:rPr sz="1800" spc="75" dirty="0"/>
                        <a:t> </a:t>
                      </a:r>
                      <a:r>
                        <a:rPr lang="en-US" sz="1800" spc="75" dirty="0"/>
                        <a:t>specified </a:t>
                      </a:r>
                      <a:r>
                        <a:rPr sz="1800" dirty="0"/>
                        <a:t>elements</a:t>
                      </a:r>
                      <a:r>
                        <a:rPr sz="1800" spc="-5" dirty="0"/>
                        <a:t> </a:t>
                      </a:r>
                      <a:r>
                        <a:rPr sz="1800" spc="-25" dirty="0"/>
                        <a:t>in</a:t>
                      </a:r>
                      <a:r>
                        <a:rPr lang="en-US" sz="1800" spc="-25" dirty="0"/>
                        <a:t> </a:t>
                      </a:r>
                      <a:r>
                        <a:rPr sz="1800" dirty="0"/>
                        <a:t>the</a:t>
                      </a:r>
                      <a:r>
                        <a:rPr sz="1800" spc="-20" dirty="0"/>
                        <a:t> list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127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800" dirty="0"/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80" dirty="0"/>
                        <a:t>Number</a:t>
                      </a:r>
                      <a:r>
                        <a:rPr sz="1800" spc="-70" dirty="0"/>
                        <a:t> </a:t>
                      </a:r>
                      <a:r>
                        <a:rPr sz="1800" dirty="0"/>
                        <a:t>of</a:t>
                      </a:r>
                      <a:r>
                        <a:rPr sz="1800" spc="-20" dirty="0"/>
                        <a:t> Item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617182" y="1981200"/>
            <a:ext cx="4764818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687D7D"/>
                </a:solidFill>
                <a:latin typeface="Tahoma"/>
                <a:cs typeface="Tahoma"/>
              </a:rPr>
              <a:t>These</a:t>
            </a:r>
            <a:r>
              <a:rPr spc="10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87D7D"/>
                </a:solidFill>
                <a:latin typeface="Tahoma"/>
                <a:cs typeface="Tahoma"/>
              </a:rPr>
              <a:t>functions</a:t>
            </a:r>
            <a:r>
              <a:rPr spc="40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b="1" spc="-20" dirty="0">
                <a:solidFill>
                  <a:srgbClr val="687D7D"/>
                </a:solidFill>
                <a:latin typeface="Tahoma"/>
                <a:cs typeface="Tahoma"/>
              </a:rPr>
              <a:t>don’t</a:t>
            </a:r>
            <a:r>
              <a:rPr b="1" spc="40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b="1" spc="-10" dirty="0">
                <a:solidFill>
                  <a:srgbClr val="687D7D"/>
                </a:solidFill>
                <a:latin typeface="Tahoma"/>
                <a:cs typeface="Tahoma"/>
              </a:rPr>
              <a:t>modify</a:t>
            </a:r>
            <a:r>
              <a:rPr b="1" spc="85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87D7D"/>
                </a:solidFill>
                <a:latin typeface="Tahoma"/>
                <a:cs typeface="Tahoma"/>
              </a:rPr>
              <a:t>the</a:t>
            </a:r>
            <a:r>
              <a:rPr spc="15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87D7D"/>
                </a:solidFill>
                <a:latin typeface="Tahoma"/>
                <a:cs typeface="Tahoma"/>
              </a:rPr>
              <a:t>original</a:t>
            </a:r>
            <a:r>
              <a:rPr spc="25" dirty="0">
                <a:solidFill>
                  <a:srgbClr val="687D7D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687D7D"/>
                </a:solidFill>
                <a:latin typeface="Tahoma"/>
                <a:cs typeface="Tahoma"/>
              </a:rPr>
              <a:t>list.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E803585-104C-63E7-BD4C-E50F83A5D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38" y="33090"/>
            <a:ext cx="4359962" cy="6426695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45569B2E-DC68-7B79-6066-6E010567AD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95600" y="78105"/>
            <a:ext cx="742350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2230">
              <a:lnSpc>
                <a:spcPct val="100000"/>
              </a:lnSpc>
              <a:spcBef>
                <a:spcPts val="100"/>
              </a:spcBef>
            </a:pPr>
            <a:r>
              <a:rPr sz="4800" spc="-105" dirty="0"/>
              <a:t>List</a:t>
            </a:r>
            <a:r>
              <a:rPr sz="4800" spc="-135" dirty="0"/>
              <a:t> </a:t>
            </a:r>
            <a:r>
              <a:rPr sz="4800" dirty="0"/>
              <a:t>Methods</a:t>
            </a:r>
            <a:r>
              <a:rPr sz="4800" spc="-135" dirty="0"/>
              <a:t> </a:t>
            </a:r>
            <a:r>
              <a:rPr sz="4800" spc="70" dirty="0"/>
              <a:t>in</a:t>
            </a:r>
            <a:r>
              <a:rPr sz="4800" spc="-140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01241E-C7E9-42BD-AC58-AE4EF20E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441A-D9BC-473D-A9DA-DA30445CC3D1}" type="datetime1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4AD025-0740-B21D-D13C-BD51300DE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45F42-303C-535B-7315-E1ECFA1E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F5C68F-1FC2-BF58-D0F4-26CF7532F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399" y="1613271"/>
            <a:ext cx="6107083" cy="22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91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9814814" y="2531998"/>
            <a:ext cx="1862455" cy="633730"/>
            <a:chOff x="9814814" y="2531998"/>
            <a:chExt cx="1862455" cy="6337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57790" y="2531998"/>
              <a:ext cx="1419225" cy="6333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814814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32867" y="1532112"/>
            <a:ext cx="11554333" cy="4874692"/>
            <a:chOff x="28067" y="1585093"/>
            <a:chExt cx="11632565" cy="527304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152" y="3721100"/>
              <a:ext cx="1419225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98176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96281" y="1585093"/>
              <a:ext cx="4955540" cy="52729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067" y="1585093"/>
              <a:ext cx="5630291" cy="5272905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2D</a:t>
            </a:r>
            <a:r>
              <a:rPr sz="4800" spc="-85" dirty="0"/>
              <a:t> </a:t>
            </a:r>
            <a:r>
              <a:rPr sz="4800" spc="-105" dirty="0"/>
              <a:t>List</a:t>
            </a:r>
            <a:r>
              <a:rPr sz="4800" spc="-75" dirty="0"/>
              <a:t> </a:t>
            </a:r>
            <a:r>
              <a:rPr sz="4800" spc="-110" dirty="0"/>
              <a:t>(Matrix)</a:t>
            </a:r>
            <a:r>
              <a:rPr sz="4800" spc="-70" dirty="0"/>
              <a:t> </a:t>
            </a:r>
            <a:r>
              <a:rPr sz="4800" spc="70" dirty="0"/>
              <a:t>in</a:t>
            </a:r>
            <a:r>
              <a:rPr sz="4800" spc="-85" dirty="0"/>
              <a:t> </a:t>
            </a:r>
            <a:r>
              <a:rPr sz="4800" spc="-10" dirty="0"/>
              <a:t>Python</a:t>
            </a:r>
            <a:endParaRPr sz="480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F26969B2-3DBD-D0C5-73F2-0A5A1298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36593-7667-4748-9AA6-703D0E21C549}" type="datetime1">
              <a:rPr lang="en-US" smtClean="0"/>
              <a:t>3/29/2026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BC17A6E6-4999-C42C-FEA2-64CC817E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CDCE72B-CB25-E1E5-388C-52BDF8695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686" y="526923"/>
            <a:ext cx="1757045" cy="1753870"/>
            <a:chOff x="566686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610869" y="571119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0"/>
                  </a:moveTo>
                  <a:lnTo>
                    <a:pt x="1561592" y="1561591"/>
                  </a:lnTo>
                </a:path>
                <a:path w="1626235" h="1624964">
                  <a:moveTo>
                    <a:pt x="1625854" y="379729"/>
                  </a:moveTo>
                  <a:lnTo>
                    <a:pt x="380682" y="162483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3036" y="533273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5">
                  <a:moveTo>
                    <a:pt x="52679" y="1040638"/>
                  </a:moveTo>
                  <a:lnTo>
                    <a:pt x="1040625" y="1040638"/>
                  </a:lnTo>
                  <a:lnTo>
                    <a:pt x="1040625" y="52704"/>
                  </a:lnTo>
                </a:path>
                <a:path w="1040765" h="1040765">
                  <a:moveTo>
                    <a:pt x="0" y="606298"/>
                  </a:moveTo>
                  <a:lnTo>
                    <a:pt x="606323" y="606298"/>
                  </a:lnTo>
                  <a:lnTo>
                    <a:pt x="60632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140" y="532606"/>
              <a:ext cx="1754166" cy="174772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76389" y="2531998"/>
            <a:ext cx="1862455" cy="633730"/>
            <a:chOff x="576389" y="2531998"/>
            <a:chExt cx="1862455" cy="6337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389" y="2531998"/>
              <a:ext cx="1419161" cy="633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6389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50049" y="4606194"/>
            <a:ext cx="1757045" cy="1753870"/>
            <a:chOff x="550049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594220" y="4690491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1624876"/>
                  </a:moveTo>
                  <a:lnTo>
                    <a:pt x="1561604" y="63245"/>
                  </a:lnTo>
                </a:path>
                <a:path w="1626235" h="1624964">
                  <a:moveTo>
                    <a:pt x="1625866" y="1245196"/>
                  </a:moveTo>
                  <a:lnTo>
                    <a:pt x="38068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6399" y="5312537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4">
                  <a:moveTo>
                    <a:pt x="52666" y="0"/>
                  </a:moveTo>
                  <a:lnTo>
                    <a:pt x="1040625" y="0"/>
                  </a:lnTo>
                  <a:lnTo>
                    <a:pt x="1040625" y="987971"/>
                  </a:lnTo>
                </a:path>
                <a:path w="1040765" h="1040764">
                  <a:moveTo>
                    <a:pt x="0" y="434327"/>
                  </a:moveTo>
                  <a:lnTo>
                    <a:pt x="606323" y="434327"/>
                  </a:lnTo>
                  <a:lnTo>
                    <a:pt x="606323" y="10406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500" y="4606194"/>
              <a:ext cx="1754169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59739" y="3721100"/>
            <a:ext cx="1862455" cy="633730"/>
            <a:chOff x="559739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739" y="3721100"/>
              <a:ext cx="1419174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9739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3157601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2230">
              <a:lnSpc>
                <a:spcPct val="100000"/>
              </a:lnSpc>
              <a:spcBef>
                <a:spcPts val="100"/>
              </a:spcBef>
            </a:pPr>
            <a:r>
              <a:rPr sz="4800" spc="-45" dirty="0"/>
              <a:t>Tuples</a:t>
            </a:r>
            <a:r>
              <a:rPr sz="4800" spc="-125" dirty="0"/>
              <a:t> </a:t>
            </a:r>
            <a:r>
              <a:rPr sz="4800" spc="70" dirty="0"/>
              <a:t>in</a:t>
            </a:r>
            <a:r>
              <a:rPr sz="4800" spc="-130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58C063D9-8713-1663-16EA-919FB021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57D0-C137-4605-8E08-7F71B64A85FD}" type="datetime1">
              <a:rPr lang="en-US" smtClean="0"/>
              <a:t>3/29/2026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587214EE-3914-BC45-C8FB-0D97350C1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4BAFA34-70D9-4046-795E-0BB1B914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  <p:grpSp>
        <p:nvGrpSpPr>
          <p:cNvPr id="18" name="object 18"/>
          <p:cNvGrpSpPr/>
          <p:nvPr/>
        </p:nvGrpSpPr>
        <p:grpSpPr>
          <a:xfrm>
            <a:off x="990600" y="2011807"/>
            <a:ext cx="9396095" cy="4341495"/>
            <a:chOff x="2598292" y="2169032"/>
            <a:chExt cx="9396095" cy="434149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1410" y="2169032"/>
              <a:ext cx="3867531" cy="3036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43750" y="2169032"/>
              <a:ext cx="2210180" cy="3036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98292" y="2277732"/>
              <a:ext cx="9395841" cy="4232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30084" y="526923"/>
            <a:ext cx="1757045" cy="1753870"/>
            <a:chOff x="9930084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10016616" y="533273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37846"/>
                  </a:moveTo>
                  <a:lnTo>
                    <a:pt x="64261" y="1599438"/>
                  </a:lnTo>
                </a:path>
                <a:path w="1663700" h="1663064">
                  <a:moveTo>
                    <a:pt x="0" y="417575"/>
                  </a:moveTo>
                  <a:lnTo>
                    <a:pt x="1245234" y="1662684"/>
                  </a:lnTo>
                </a:path>
                <a:path w="1663700" h="1663064">
                  <a:moveTo>
                    <a:pt x="1610994" y="1040638"/>
                  </a:moveTo>
                  <a:lnTo>
                    <a:pt x="623188" y="1040638"/>
                  </a:lnTo>
                  <a:lnTo>
                    <a:pt x="623188" y="52704"/>
                  </a:lnTo>
                </a:path>
                <a:path w="1663700" h="1663064">
                  <a:moveTo>
                    <a:pt x="1663700" y="606298"/>
                  </a:moveTo>
                  <a:lnTo>
                    <a:pt x="1057402" y="606298"/>
                  </a:lnTo>
                  <a:lnTo>
                    <a:pt x="105740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0084" y="532606"/>
              <a:ext cx="1754201" cy="1747723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9798177" y="3721100"/>
            <a:ext cx="1862455" cy="633730"/>
            <a:chOff x="9798177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153" y="3721100"/>
              <a:ext cx="1419225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98177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10" dirty="0"/>
              <a:t>Sets</a:t>
            </a:r>
            <a:r>
              <a:rPr sz="4800" spc="-80" dirty="0"/>
              <a:t> </a:t>
            </a:r>
            <a:r>
              <a:rPr sz="4800" spc="70" dirty="0"/>
              <a:t>in</a:t>
            </a:r>
            <a:r>
              <a:rPr sz="4800" spc="-85" dirty="0"/>
              <a:t> </a:t>
            </a:r>
            <a:r>
              <a:rPr sz="4800" spc="-10" dirty="0"/>
              <a:t>Python</a:t>
            </a:r>
            <a:endParaRPr sz="4800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A1B8C5F3-B6FD-6488-B129-7CB77EC75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1A34D-C95F-4E41-940A-820D1621F273}" type="datetime1">
              <a:rPr lang="en-US" smtClean="0"/>
              <a:t>3/29/2026</a:t>
            </a:fld>
            <a:endParaRPr lang="en-US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42B351F0-A146-306A-C11C-BC0DB18B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5A079571-9434-BD8B-C681-E66B34269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8159" y="1855238"/>
            <a:ext cx="5771730" cy="30721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86019" y="1850365"/>
            <a:ext cx="1648967" cy="273176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8275020" y="1812985"/>
            <a:ext cx="1275715" cy="304165"/>
          </a:xfrm>
          <a:custGeom>
            <a:avLst/>
            <a:gdLst/>
            <a:ahLst/>
            <a:cxnLst/>
            <a:rect l="l" t="t" r="r" b="b"/>
            <a:pathLst>
              <a:path w="1275714" h="304164">
                <a:moveTo>
                  <a:pt x="86017" y="78612"/>
                </a:moveTo>
                <a:lnTo>
                  <a:pt x="39738" y="78612"/>
                </a:lnTo>
                <a:lnTo>
                  <a:pt x="0" y="303656"/>
                </a:lnTo>
                <a:lnTo>
                  <a:pt x="48818" y="303656"/>
                </a:lnTo>
                <a:lnTo>
                  <a:pt x="64744" y="211581"/>
                </a:lnTo>
                <a:lnTo>
                  <a:pt x="168306" y="211581"/>
                </a:lnTo>
                <a:lnTo>
                  <a:pt x="172859" y="206882"/>
                </a:lnTo>
                <a:lnTo>
                  <a:pt x="178167" y="200217"/>
                </a:lnTo>
                <a:lnTo>
                  <a:pt x="181503" y="195071"/>
                </a:lnTo>
                <a:lnTo>
                  <a:pt x="95592" y="195071"/>
                </a:lnTo>
                <a:lnTo>
                  <a:pt x="87782" y="192024"/>
                </a:lnTo>
                <a:lnTo>
                  <a:pt x="76377" y="180086"/>
                </a:lnTo>
                <a:lnTo>
                  <a:pt x="73520" y="172465"/>
                </a:lnTo>
                <a:lnTo>
                  <a:pt x="73520" y="156590"/>
                </a:lnTo>
                <a:lnTo>
                  <a:pt x="74637" y="150367"/>
                </a:lnTo>
                <a:lnTo>
                  <a:pt x="76873" y="144525"/>
                </a:lnTo>
                <a:lnTo>
                  <a:pt x="79095" y="138556"/>
                </a:lnTo>
                <a:lnTo>
                  <a:pt x="110680" y="114300"/>
                </a:lnTo>
                <a:lnTo>
                  <a:pt x="192398" y="114300"/>
                </a:lnTo>
                <a:lnTo>
                  <a:pt x="189534" y="106171"/>
                </a:lnTo>
                <a:lnTo>
                  <a:pt x="185596" y="99567"/>
                </a:lnTo>
                <a:lnTo>
                  <a:pt x="82295" y="99567"/>
                </a:lnTo>
                <a:lnTo>
                  <a:pt x="85992" y="78753"/>
                </a:lnTo>
                <a:lnTo>
                  <a:pt x="86017" y="78612"/>
                </a:lnTo>
                <a:close/>
              </a:path>
              <a:path w="1275714" h="304164">
                <a:moveTo>
                  <a:pt x="168306" y="211581"/>
                </a:moveTo>
                <a:lnTo>
                  <a:pt x="65328" y="211581"/>
                </a:lnTo>
                <a:lnTo>
                  <a:pt x="69405" y="218693"/>
                </a:lnTo>
                <a:lnTo>
                  <a:pt x="104393" y="234313"/>
                </a:lnTo>
                <a:lnTo>
                  <a:pt x="112509" y="234695"/>
                </a:lnTo>
                <a:lnTo>
                  <a:pt x="120038" y="234313"/>
                </a:lnTo>
                <a:lnTo>
                  <a:pt x="121025" y="234313"/>
                </a:lnTo>
                <a:lnTo>
                  <a:pt x="160581" y="218376"/>
                </a:lnTo>
                <a:lnTo>
                  <a:pt x="166980" y="212951"/>
                </a:lnTo>
                <a:lnTo>
                  <a:pt x="168306" y="211581"/>
                </a:lnTo>
                <a:close/>
              </a:path>
              <a:path w="1275714" h="304164">
                <a:moveTo>
                  <a:pt x="192392" y="114300"/>
                </a:moveTo>
                <a:lnTo>
                  <a:pt x="126949" y="114300"/>
                </a:lnTo>
                <a:lnTo>
                  <a:pt x="134658" y="117475"/>
                </a:lnTo>
                <a:lnTo>
                  <a:pt x="139966" y="123698"/>
                </a:lnTo>
                <a:lnTo>
                  <a:pt x="145275" y="129793"/>
                </a:lnTo>
                <a:lnTo>
                  <a:pt x="147929" y="137540"/>
                </a:lnTo>
                <a:lnTo>
                  <a:pt x="147929" y="153288"/>
                </a:lnTo>
                <a:lnTo>
                  <a:pt x="146968" y="159178"/>
                </a:lnTo>
                <a:lnTo>
                  <a:pt x="146913" y="159512"/>
                </a:lnTo>
                <a:lnTo>
                  <a:pt x="144881" y="165480"/>
                </a:lnTo>
                <a:lnTo>
                  <a:pt x="142849" y="171323"/>
                </a:lnTo>
                <a:lnTo>
                  <a:pt x="139992" y="176529"/>
                </a:lnTo>
                <a:lnTo>
                  <a:pt x="136321" y="180848"/>
                </a:lnTo>
                <a:lnTo>
                  <a:pt x="132651" y="185292"/>
                </a:lnTo>
                <a:lnTo>
                  <a:pt x="128244" y="188721"/>
                </a:lnTo>
                <a:lnTo>
                  <a:pt x="117919" y="193801"/>
                </a:lnTo>
                <a:lnTo>
                  <a:pt x="112064" y="195071"/>
                </a:lnTo>
                <a:lnTo>
                  <a:pt x="181503" y="195071"/>
                </a:lnTo>
                <a:lnTo>
                  <a:pt x="195033" y="159178"/>
                </a:lnTo>
                <a:lnTo>
                  <a:pt x="196140" y="150367"/>
                </a:lnTo>
                <a:lnTo>
                  <a:pt x="196205" y="149854"/>
                </a:lnTo>
                <a:lnTo>
                  <a:pt x="196333" y="146684"/>
                </a:lnTo>
                <a:lnTo>
                  <a:pt x="196421" y="144525"/>
                </a:lnTo>
                <a:lnTo>
                  <a:pt x="196493" y="137540"/>
                </a:lnTo>
                <a:lnTo>
                  <a:pt x="196331" y="133353"/>
                </a:lnTo>
                <a:lnTo>
                  <a:pt x="195537" y="126714"/>
                </a:lnTo>
                <a:lnTo>
                  <a:pt x="194334" y="120903"/>
                </a:lnTo>
                <a:lnTo>
                  <a:pt x="194211" y="120312"/>
                </a:lnTo>
                <a:lnTo>
                  <a:pt x="192392" y="114300"/>
                </a:lnTo>
                <a:close/>
              </a:path>
              <a:path w="1275714" h="304164">
                <a:moveTo>
                  <a:pt x="132905" y="75056"/>
                </a:moveTo>
                <a:lnTo>
                  <a:pt x="92905" y="89376"/>
                </a:lnTo>
                <a:lnTo>
                  <a:pt x="83197" y="99567"/>
                </a:lnTo>
                <a:lnTo>
                  <a:pt x="185596" y="99567"/>
                </a:lnTo>
                <a:lnTo>
                  <a:pt x="185369" y="99187"/>
                </a:lnTo>
                <a:lnTo>
                  <a:pt x="179857" y="93471"/>
                </a:lnTo>
                <a:lnTo>
                  <a:pt x="174345" y="87629"/>
                </a:lnTo>
                <a:lnTo>
                  <a:pt x="140970" y="75463"/>
                </a:lnTo>
                <a:lnTo>
                  <a:pt x="142580" y="75463"/>
                </a:lnTo>
                <a:lnTo>
                  <a:pt x="132905" y="75056"/>
                </a:lnTo>
                <a:close/>
              </a:path>
              <a:path w="1275714" h="304164">
                <a:moveTo>
                  <a:pt x="368578" y="110616"/>
                </a:moveTo>
                <a:lnTo>
                  <a:pt x="306895" y="110616"/>
                </a:lnTo>
                <a:lnTo>
                  <a:pt x="312750" y="112013"/>
                </a:lnTo>
                <a:lnTo>
                  <a:pt x="316915" y="114680"/>
                </a:lnTo>
                <a:lnTo>
                  <a:pt x="321081" y="117475"/>
                </a:lnTo>
                <a:lnTo>
                  <a:pt x="323164" y="121792"/>
                </a:lnTo>
                <a:lnTo>
                  <a:pt x="323164" y="130555"/>
                </a:lnTo>
                <a:lnTo>
                  <a:pt x="322960" y="132841"/>
                </a:lnTo>
                <a:lnTo>
                  <a:pt x="322567" y="134746"/>
                </a:lnTo>
                <a:lnTo>
                  <a:pt x="313127" y="134891"/>
                </a:lnTo>
                <a:lnTo>
                  <a:pt x="303706" y="135334"/>
                </a:lnTo>
                <a:lnTo>
                  <a:pt x="259006" y="143071"/>
                </a:lnTo>
                <a:lnTo>
                  <a:pt x="223391" y="170174"/>
                </a:lnTo>
                <a:lnTo>
                  <a:pt x="218236" y="201421"/>
                </a:lnTo>
                <a:lnTo>
                  <a:pt x="219684" y="207771"/>
                </a:lnTo>
                <a:lnTo>
                  <a:pt x="222554" y="212851"/>
                </a:lnTo>
                <a:lnTo>
                  <a:pt x="225437" y="218058"/>
                </a:lnTo>
                <a:lnTo>
                  <a:pt x="259918" y="234187"/>
                </a:lnTo>
                <a:lnTo>
                  <a:pt x="265264" y="234187"/>
                </a:lnTo>
                <a:lnTo>
                  <a:pt x="279209" y="232929"/>
                </a:lnTo>
                <a:lnTo>
                  <a:pt x="291572" y="229171"/>
                </a:lnTo>
                <a:lnTo>
                  <a:pt x="302355" y="222936"/>
                </a:lnTo>
                <a:lnTo>
                  <a:pt x="311556" y="214249"/>
                </a:lnTo>
                <a:lnTo>
                  <a:pt x="355269" y="214249"/>
                </a:lnTo>
                <a:lnTo>
                  <a:pt x="355395" y="212851"/>
                </a:lnTo>
                <a:lnTo>
                  <a:pt x="355511" y="211581"/>
                </a:lnTo>
                <a:lnTo>
                  <a:pt x="356247" y="206120"/>
                </a:lnTo>
                <a:lnTo>
                  <a:pt x="357131" y="201421"/>
                </a:lnTo>
                <a:lnTo>
                  <a:pt x="277825" y="201421"/>
                </a:lnTo>
                <a:lnTo>
                  <a:pt x="273164" y="200405"/>
                </a:lnTo>
                <a:lnTo>
                  <a:pt x="264820" y="196087"/>
                </a:lnTo>
                <a:lnTo>
                  <a:pt x="262737" y="192024"/>
                </a:lnTo>
                <a:lnTo>
                  <a:pt x="262737" y="181228"/>
                </a:lnTo>
                <a:lnTo>
                  <a:pt x="264375" y="177545"/>
                </a:lnTo>
                <a:lnTo>
                  <a:pt x="267652" y="174751"/>
                </a:lnTo>
                <a:lnTo>
                  <a:pt x="270929" y="171830"/>
                </a:lnTo>
                <a:lnTo>
                  <a:pt x="309422" y="164083"/>
                </a:lnTo>
                <a:lnTo>
                  <a:pt x="363723" y="164083"/>
                </a:lnTo>
                <a:lnTo>
                  <a:pt x="367665" y="141731"/>
                </a:lnTo>
                <a:lnTo>
                  <a:pt x="369455" y="125983"/>
                </a:lnTo>
                <a:lnTo>
                  <a:pt x="369455" y="114680"/>
                </a:lnTo>
                <a:lnTo>
                  <a:pt x="368578" y="110616"/>
                </a:lnTo>
                <a:close/>
              </a:path>
              <a:path w="1275714" h="304164">
                <a:moveTo>
                  <a:pt x="355269" y="214249"/>
                </a:moveTo>
                <a:lnTo>
                  <a:pt x="312153" y="214249"/>
                </a:lnTo>
                <a:lnTo>
                  <a:pt x="311759" y="216915"/>
                </a:lnTo>
                <a:lnTo>
                  <a:pt x="311454" y="219709"/>
                </a:lnTo>
                <a:lnTo>
                  <a:pt x="311061" y="225551"/>
                </a:lnTo>
                <a:lnTo>
                  <a:pt x="310959" y="230377"/>
                </a:lnTo>
                <a:lnTo>
                  <a:pt x="354266" y="230377"/>
                </a:lnTo>
                <a:lnTo>
                  <a:pt x="354346" y="225551"/>
                </a:lnTo>
                <a:lnTo>
                  <a:pt x="354495" y="222936"/>
                </a:lnTo>
                <a:lnTo>
                  <a:pt x="355269" y="214249"/>
                </a:lnTo>
                <a:close/>
              </a:path>
              <a:path w="1275714" h="304164">
                <a:moveTo>
                  <a:pt x="363723" y="164083"/>
                </a:moveTo>
                <a:lnTo>
                  <a:pt x="319735" y="164083"/>
                </a:lnTo>
                <a:lnTo>
                  <a:pt x="318249" y="171323"/>
                </a:lnTo>
                <a:lnTo>
                  <a:pt x="316661" y="179831"/>
                </a:lnTo>
                <a:lnTo>
                  <a:pt x="312724" y="187070"/>
                </a:lnTo>
                <a:lnTo>
                  <a:pt x="300126" y="198500"/>
                </a:lnTo>
                <a:lnTo>
                  <a:pt x="292303" y="201421"/>
                </a:lnTo>
                <a:lnTo>
                  <a:pt x="357131" y="201421"/>
                </a:lnTo>
                <a:lnTo>
                  <a:pt x="363678" y="164337"/>
                </a:lnTo>
                <a:lnTo>
                  <a:pt x="363723" y="164083"/>
                </a:lnTo>
                <a:close/>
              </a:path>
              <a:path w="1275714" h="304164">
                <a:moveTo>
                  <a:pt x="306044" y="74040"/>
                </a:moveTo>
                <a:lnTo>
                  <a:pt x="262213" y="83274"/>
                </a:lnTo>
                <a:lnTo>
                  <a:pt x="239369" y="96900"/>
                </a:lnTo>
                <a:lnTo>
                  <a:pt x="259460" y="124967"/>
                </a:lnTo>
                <a:lnTo>
                  <a:pt x="265125" y="120650"/>
                </a:lnTo>
                <a:lnTo>
                  <a:pt x="271449" y="117220"/>
                </a:lnTo>
                <a:lnTo>
                  <a:pt x="285099" y="112013"/>
                </a:lnTo>
                <a:lnTo>
                  <a:pt x="284735" y="112013"/>
                </a:lnTo>
                <a:lnTo>
                  <a:pt x="292404" y="110616"/>
                </a:lnTo>
                <a:lnTo>
                  <a:pt x="368578" y="110616"/>
                </a:lnTo>
                <a:lnTo>
                  <a:pt x="367842" y="107314"/>
                </a:lnTo>
                <a:lnTo>
                  <a:pt x="339090" y="78866"/>
                </a:lnTo>
                <a:lnTo>
                  <a:pt x="312762" y="74211"/>
                </a:lnTo>
                <a:lnTo>
                  <a:pt x="306044" y="74040"/>
                </a:lnTo>
                <a:close/>
              </a:path>
              <a:path w="1275714" h="304164">
                <a:moveTo>
                  <a:pt x="587413" y="115569"/>
                </a:moveTo>
                <a:lnTo>
                  <a:pt x="539788" y="115569"/>
                </a:lnTo>
                <a:lnTo>
                  <a:pt x="528423" y="179324"/>
                </a:lnTo>
                <a:lnTo>
                  <a:pt x="528332" y="179831"/>
                </a:lnTo>
                <a:lnTo>
                  <a:pt x="527634" y="182752"/>
                </a:lnTo>
                <a:lnTo>
                  <a:pt x="527138" y="185674"/>
                </a:lnTo>
                <a:lnTo>
                  <a:pt x="526565" y="191769"/>
                </a:lnTo>
                <a:lnTo>
                  <a:pt x="526465" y="193548"/>
                </a:lnTo>
                <a:lnTo>
                  <a:pt x="526402" y="197230"/>
                </a:lnTo>
                <a:lnTo>
                  <a:pt x="527192" y="206206"/>
                </a:lnTo>
                <a:lnTo>
                  <a:pt x="563530" y="233679"/>
                </a:lnTo>
                <a:lnTo>
                  <a:pt x="564087" y="233679"/>
                </a:lnTo>
                <a:lnTo>
                  <a:pt x="573722" y="234187"/>
                </a:lnTo>
                <a:lnTo>
                  <a:pt x="578383" y="234187"/>
                </a:lnTo>
                <a:lnTo>
                  <a:pt x="583298" y="233679"/>
                </a:lnTo>
                <a:lnTo>
                  <a:pt x="604762" y="197230"/>
                </a:lnTo>
                <a:lnTo>
                  <a:pt x="604879" y="196341"/>
                </a:lnTo>
                <a:lnTo>
                  <a:pt x="586778" y="196341"/>
                </a:lnTo>
                <a:lnTo>
                  <a:pt x="582879" y="195452"/>
                </a:lnTo>
                <a:lnTo>
                  <a:pt x="580047" y="193548"/>
                </a:lnTo>
                <a:lnTo>
                  <a:pt x="577227" y="191769"/>
                </a:lnTo>
                <a:lnTo>
                  <a:pt x="575805" y="188340"/>
                </a:lnTo>
                <a:lnTo>
                  <a:pt x="575923" y="179831"/>
                </a:lnTo>
                <a:lnTo>
                  <a:pt x="575957" y="179324"/>
                </a:lnTo>
                <a:lnTo>
                  <a:pt x="576059" y="177926"/>
                </a:lnTo>
                <a:lnTo>
                  <a:pt x="576211" y="176402"/>
                </a:lnTo>
                <a:lnTo>
                  <a:pt x="576402" y="174878"/>
                </a:lnTo>
                <a:lnTo>
                  <a:pt x="587413" y="115569"/>
                </a:lnTo>
                <a:close/>
              </a:path>
              <a:path w="1275714" h="304164">
                <a:moveTo>
                  <a:pt x="467944" y="78612"/>
                </a:moveTo>
                <a:lnTo>
                  <a:pt x="421665" y="78612"/>
                </a:lnTo>
                <a:lnTo>
                  <a:pt x="421170" y="83438"/>
                </a:lnTo>
                <a:lnTo>
                  <a:pt x="420471" y="89026"/>
                </a:lnTo>
                <a:lnTo>
                  <a:pt x="418730" y="100964"/>
                </a:lnTo>
                <a:lnTo>
                  <a:pt x="417842" y="106171"/>
                </a:lnTo>
                <a:lnTo>
                  <a:pt x="417055" y="109981"/>
                </a:lnTo>
                <a:lnTo>
                  <a:pt x="395325" y="230377"/>
                </a:lnTo>
                <a:lnTo>
                  <a:pt x="444131" y="230377"/>
                </a:lnTo>
                <a:lnTo>
                  <a:pt x="457834" y="152400"/>
                </a:lnTo>
                <a:lnTo>
                  <a:pt x="458419" y="149351"/>
                </a:lnTo>
                <a:lnTo>
                  <a:pt x="485013" y="118871"/>
                </a:lnTo>
                <a:lnTo>
                  <a:pt x="490419" y="117728"/>
                </a:lnTo>
                <a:lnTo>
                  <a:pt x="510482" y="117728"/>
                </a:lnTo>
                <a:lnTo>
                  <a:pt x="513551" y="101218"/>
                </a:lnTo>
                <a:lnTo>
                  <a:pt x="513598" y="100964"/>
                </a:lnTo>
                <a:lnTo>
                  <a:pt x="465124" y="100964"/>
                </a:lnTo>
                <a:lnTo>
                  <a:pt x="465315" y="99440"/>
                </a:lnTo>
                <a:lnTo>
                  <a:pt x="466610" y="91312"/>
                </a:lnTo>
                <a:lnTo>
                  <a:pt x="467207" y="86994"/>
                </a:lnTo>
                <a:lnTo>
                  <a:pt x="467750" y="82041"/>
                </a:lnTo>
                <a:lnTo>
                  <a:pt x="467855" y="81025"/>
                </a:lnTo>
                <a:lnTo>
                  <a:pt x="467944" y="78612"/>
                </a:lnTo>
                <a:close/>
              </a:path>
              <a:path w="1275714" h="304164">
                <a:moveTo>
                  <a:pt x="605129" y="194437"/>
                </a:moveTo>
                <a:lnTo>
                  <a:pt x="603237" y="194817"/>
                </a:lnTo>
                <a:lnTo>
                  <a:pt x="601129" y="195199"/>
                </a:lnTo>
                <a:lnTo>
                  <a:pt x="598804" y="195706"/>
                </a:lnTo>
                <a:lnTo>
                  <a:pt x="596468" y="196087"/>
                </a:lnTo>
                <a:lnTo>
                  <a:pt x="594118" y="196341"/>
                </a:lnTo>
                <a:lnTo>
                  <a:pt x="604879" y="196341"/>
                </a:lnTo>
                <a:lnTo>
                  <a:pt x="604995" y="195452"/>
                </a:lnTo>
                <a:lnTo>
                  <a:pt x="605079" y="194817"/>
                </a:lnTo>
                <a:lnTo>
                  <a:pt x="605129" y="194437"/>
                </a:lnTo>
                <a:close/>
              </a:path>
              <a:path w="1275714" h="304164">
                <a:moveTo>
                  <a:pt x="510482" y="117728"/>
                </a:moveTo>
                <a:lnTo>
                  <a:pt x="501853" y="117728"/>
                </a:lnTo>
                <a:lnTo>
                  <a:pt x="504920" y="118109"/>
                </a:lnTo>
                <a:lnTo>
                  <a:pt x="505929" y="118109"/>
                </a:lnTo>
                <a:lnTo>
                  <a:pt x="508038" y="118490"/>
                </a:lnTo>
                <a:lnTo>
                  <a:pt x="510222" y="119125"/>
                </a:lnTo>
                <a:lnTo>
                  <a:pt x="510340" y="118490"/>
                </a:lnTo>
                <a:lnTo>
                  <a:pt x="510411" y="118109"/>
                </a:lnTo>
                <a:lnTo>
                  <a:pt x="510482" y="117728"/>
                </a:lnTo>
                <a:close/>
              </a:path>
              <a:path w="1275714" h="304164">
                <a:moveTo>
                  <a:pt x="625513" y="78612"/>
                </a:moveTo>
                <a:lnTo>
                  <a:pt x="521639" y="78612"/>
                </a:lnTo>
                <a:lnTo>
                  <a:pt x="514794" y="115569"/>
                </a:lnTo>
                <a:lnTo>
                  <a:pt x="618820" y="115569"/>
                </a:lnTo>
                <a:lnTo>
                  <a:pt x="625482" y="78781"/>
                </a:lnTo>
                <a:lnTo>
                  <a:pt x="625513" y="78612"/>
                </a:lnTo>
                <a:close/>
              </a:path>
              <a:path w="1275714" h="304164">
                <a:moveTo>
                  <a:pt x="511606" y="74675"/>
                </a:moveTo>
                <a:lnTo>
                  <a:pt x="505990" y="74675"/>
                </a:lnTo>
                <a:lnTo>
                  <a:pt x="500947" y="75023"/>
                </a:lnTo>
                <a:lnTo>
                  <a:pt x="465721" y="100964"/>
                </a:lnTo>
                <a:lnTo>
                  <a:pt x="513598" y="100964"/>
                </a:lnTo>
                <a:lnTo>
                  <a:pt x="518157" y="76438"/>
                </a:lnTo>
                <a:lnTo>
                  <a:pt x="518248" y="75945"/>
                </a:lnTo>
                <a:lnTo>
                  <a:pt x="516966" y="75564"/>
                </a:lnTo>
                <a:lnTo>
                  <a:pt x="515378" y="75183"/>
                </a:lnTo>
                <a:lnTo>
                  <a:pt x="511606" y="74675"/>
                </a:lnTo>
                <a:close/>
              </a:path>
              <a:path w="1275714" h="304164">
                <a:moveTo>
                  <a:pt x="600214" y="38480"/>
                </a:moveTo>
                <a:lnTo>
                  <a:pt x="552589" y="38480"/>
                </a:lnTo>
                <a:lnTo>
                  <a:pt x="545591" y="78612"/>
                </a:lnTo>
                <a:lnTo>
                  <a:pt x="593216" y="78612"/>
                </a:lnTo>
                <a:lnTo>
                  <a:pt x="600214" y="38480"/>
                </a:lnTo>
                <a:close/>
              </a:path>
              <a:path w="1275714" h="304164">
                <a:moveTo>
                  <a:pt x="700100" y="3301"/>
                </a:moveTo>
                <a:lnTo>
                  <a:pt x="684428" y="3301"/>
                </a:lnTo>
                <a:lnTo>
                  <a:pt x="677557" y="6095"/>
                </a:lnTo>
                <a:lnTo>
                  <a:pt x="671944" y="11683"/>
                </a:lnTo>
                <a:lnTo>
                  <a:pt x="666343" y="17399"/>
                </a:lnTo>
                <a:lnTo>
                  <a:pt x="663536" y="24256"/>
                </a:lnTo>
                <a:lnTo>
                  <a:pt x="663536" y="39750"/>
                </a:lnTo>
                <a:lnTo>
                  <a:pt x="666051" y="45592"/>
                </a:lnTo>
                <a:lnTo>
                  <a:pt x="676071" y="54737"/>
                </a:lnTo>
                <a:lnTo>
                  <a:pt x="682447" y="57023"/>
                </a:lnTo>
                <a:lnTo>
                  <a:pt x="694245" y="57023"/>
                </a:lnTo>
                <a:lnTo>
                  <a:pt x="716318" y="38988"/>
                </a:lnTo>
                <a:lnTo>
                  <a:pt x="717715" y="35559"/>
                </a:lnTo>
                <a:lnTo>
                  <a:pt x="718477" y="31750"/>
                </a:lnTo>
                <a:lnTo>
                  <a:pt x="718477" y="20827"/>
                </a:lnTo>
                <a:lnTo>
                  <a:pt x="716064" y="14986"/>
                </a:lnTo>
                <a:lnTo>
                  <a:pt x="711161" y="10287"/>
                </a:lnTo>
                <a:lnTo>
                  <a:pt x="706297" y="5714"/>
                </a:lnTo>
                <a:lnTo>
                  <a:pt x="700100" y="3301"/>
                </a:lnTo>
                <a:close/>
              </a:path>
              <a:path w="1275714" h="304164">
                <a:moveTo>
                  <a:pt x="708037" y="78612"/>
                </a:moveTo>
                <a:lnTo>
                  <a:pt x="659079" y="78612"/>
                </a:lnTo>
                <a:lnTo>
                  <a:pt x="632587" y="230377"/>
                </a:lnTo>
                <a:lnTo>
                  <a:pt x="680948" y="230377"/>
                </a:lnTo>
                <a:lnTo>
                  <a:pt x="708037" y="78612"/>
                </a:lnTo>
                <a:close/>
              </a:path>
              <a:path w="1275714" h="304164">
                <a:moveTo>
                  <a:pt x="877599" y="110616"/>
                </a:moveTo>
                <a:lnTo>
                  <a:pt x="815886" y="110616"/>
                </a:lnTo>
                <a:lnTo>
                  <a:pt x="821728" y="112013"/>
                </a:lnTo>
                <a:lnTo>
                  <a:pt x="825919" y="114680"/>
                </a:lnTo>
                <a:lnTo>
                  <a:pt x="830110" y="117475"/>
                </a:lnTo>
                <a:lnTo>
                  <a:pt x="832142" y="121792"/>
                </a:lnTo>
                <a:lnTo>
                  <a:pt x="832015" y="132841"/>
                </a:lnTo>
                <a:lnTo>
                  <a:pt x="831634" y="134746"/>
                </a:lnTo>
                <a:lnTo>
                  <a:pt x="822150" y="134891"/>
                </a:lnTo>
                <a:lnTo>
                  <a:pt x="812726" y="135334"/>
                </a:lnTo>
                <a:lnTo>
                  <a:pt x="768054" y="143071"/>
                </a:lnTo>
                <a:lnTo>
                  <a:pt x="732383" y="170174"/>
                </a:lnTo>
                <a:lnTo>
                  <a:pt x="727240" y="201421"/>
                </a:lnTo>
                <a:lnTo>
                  <a:pt x="728637" y="207771"/>
                </a:lnTo>
                <a:lnTo>
                  <a:pt x="731558" y="212851"/>
                </a:lnTo>
                <a:lnTo>
                  <a:pt x="734479" y="218058"/>
                </a:lnTo>
                <a:lnTo>
                  <a:pt x="768896" y="234187"/>
                </a:lnTo>
                <a:lnTo>
                  <a:pt x="774230" y="234187"/>
                </a:lnTo>
                <a:lnTo>
                  <a:pt x="788206" y="232929"/>
                </a:lnTo>
                <a:lnTo>
                  <a:pt x="800598" y="229171"/>
                </a:lnTo>
                <a:lnTo>
                  <a:pt x="811395" y="222936"/>
                </a:lnTo>
                <a:lnTo>
                  <a:pt x="820585" y="214249"/>
                </a:lnTo>
                <a:lnTo>
                  <a:pt x="864279" y="214249"/>
                </a:lnTo>
                <a:lnTo>
                  <a:pt x="864408" y="212851"/>
                </a:lnTo>
                <a:lnTo>
                  <a:pt x="864527" y="211581"/>
                </a:lnTo>
                <a:lnTo>
                  <a:pt x="865289" y="206120"/>
                </a:lnTo>
                <a:lnTo>
                  <a:pt x="866184" y="201421"/>
                </a:lnTo>
                <a:lnTo>
                  <a:pt x="786803" y="201421"/>
                </a:lnTo>
                <a:lnTo>
                  <a:pt x="782231" y="200405"/>
                </a:lnTo>
                <a:lnTo>
                  <a:pt x="773849" y="196087"/>
                </a:lnTo>
                <a:lnTo>
                  <a:pt x="771817" y="192024"/>
                </a:lnTo>
                <a:lnTo>
                  <a:pt x="771817" y="181228"/>
                </a:lnTo>
                <a:lnTo>
                  <a:pt x="773341" y="177545"/>
                </a:lnTo>
                <a:lnTo>
                  <a:pt x="776643" y="174751"/>
                </a:lnTo>
                <a:lnTo>
                  <a:pt x="779945" y="171830"/>
                </a:lnTo>
                <a:lnTo>
                  <a:pt x="818426" y="164083"/>
                </a:lnTo>
                <a:lnTo>
                  <a:pt x="872777" y="164083"/>
                </a:lnTo>
                <a:lnTo>
                  <a:pt x="876719" y="141731"/>
                </a:lnTo>
                <a:lnTo>
                  <a:pt x="877640" y="136086"/>
                </a:lnTo>
                <a:lnTo>
                  <a:pt x="877749" y="135334"/>
                </a:lnTo>
                <a:lnTo>
                  <a:pt x="877948" y="132841"/>
                </a:lnTo>
                <a:lnTo>
                  <a:pt x="877989" y="132333"/>
                </a:lnTo>
                <a:lnTo>
                  <a:pt x="878370" y="129031"/>
                </a:lnTo>
                <a:lnTo>
                  <a:pt x="878497" y="125983"/>
                </a:lnTo>
                <a:lnTo>
                  <a:pt x="878497" y="114680"/>
                </a:lnTo>
                <a:lnTo>
                  <a:pt x="877599" y="110616"/>
                </a:lnTo>
                <a:close/>
              </a:path>
              <a:path w="1275714" h="304164">
                <a:moveTo>
                  <a:pt x="864279" y="214249"/>
                </a:moveTo>
                <a:lnTo>
                  <a:pt x="821220" y="214249"/>
                </a:lnTo>
                <a:lnTo>
                  <a:pt x="820712" y="216915"/>
                </a:lnTo>
                <a:lnTo>
                  <a:pt x="820458" y="219709"/>
                </a:lnTo>
                <a:lnTo>
                  <a:pt x="820347" y="222250"/>
                </a:lnTo>
                <a:lnTo>
                  <a:pt x="820304" y="222936"/>
                </a:lnTo>
                <a:lnTo>
                  <a:pt x="820077" y="225551"/>
                </a:lnTo>
                <a:lnTo>
                  <a:pt x="819950" y="230377"/>
                </a:lnTo>
                <a:lnTo>
                  <a:pt x="863257" y="230377"/>
                </a:lnTo>
                <a:lnTo>
                  <a:pt x="863336" y="225551"/>
                </a:lnTo>
                <a:lnTo>
                  <a:pt x="863486" y="222936"/>
                </a:lnTo>
                <a:lnTo>
                  <a:pt x="863534" y="222250"/>
                </a:lnTo>
                <a:lnTo>
                  <a:pt x="864279" y="214249"/>
                </a:lnTo>
                <a:close/>
              </a:path>
              <a:path w="1275714" h="304164">
                <a:moveTo>
                  <a:pt x="872777" y="164083"/>
                </a:moveTo>
                <a:lnTo>
                  <a:pt x="828713" y="164083"/>
                </a:lnTo>
                <a:lnTo>
                  <a:pt x="825665" y="179831"/>
                </a:lnTo>
                <a:lnTo>
                  <a:pt x="821728" y="187070"/>
                </a:lnTo>
                <a:lnTo>
                  <a:pt x="815378" y="192786"/>
                </a:lnTo>
                <a:lnTo>
                  <a:pt x="809155" y="198500"/>
                </a:lnTo>
                <a:lnTo>
                  <a:pt x="801281" y="201421"/>
                </a:lnTo>
                <a:lnTo>
                  <a:pt x="866184" y="201421"/>
                </a:lnTo>
                <a:lnTo>
                  <a:pt x="872732" y="164337"/>
                </a:lnTo>
                <a:lnTo>
                  <a:pt x="872777" y="164083"/>
                </a:lnTo>
                <a:close/>
              </a:path>
              <a:path w="1275714" h="304164">
                <a:moveTo>
                  <a:pt x="815124" y="74040"/>
                </a:moveTo>
                <a:lnTo>
                  <a:pt x="771201" y="83274"/>
                </a:lnTo>
                <a:lnTo>
                  <a:pt x="748449" y="96900"/>
                </a:lnTo>
                <a:lnTo>
                  <a:pt x="768515" y="124967"/>
                </a:lnTo>
                <a:lnTo>
                  <a:pt x="774103" y="120650"/>
                </a:lnTo>
                <a:lnTo>
                  <a:pt x="780453" y="117220"/>
                </a:lnTo>
                <a:lnTo>
                  <a:pt x="794090" y="112013"/>
                </a:lnTo>
                <a:lnTo>
                  <a:pt x="793724" y="112013"/>
                </a:lnTo>
                <a:lnTo>
                  <a:pt x="801408" y="110616"/>
                </a:lnTo>
                <a:lnTo>
                  <a:pt x="877599" y="110616"/>
                </a:lnTo>
                <a:lnTo>
                  <a:pt x="876846" y="107314"/>
                </a:lnTo>
                <a:lnTo>
                  <a:pt x="873671" y="101218"/>
                </a:lnTo>
                <a:lnTo>
                  <a:pt x="870369" y="95123"/>
                </a:lnTo>
                <a:lnTo>
                  <a:pt x="866051" y="90042"/>
                </a:lnTo>
                <a:lnTo>
                  <a:pt x="860336" y="85978"/>
                </a:lnTo>
                <a:lnTo>
                  <a:pt x="854748" y="81914"/>
                </a:lnTo>
                <a:lnTo>
                  <a:pt x="821787" y="74211"/>
                </a:lnTo>
                <a:lnTo>
                  <a:pt x="815124" y="74040"/>
                </a:lnTo>
                <a:close/>
              </a:path>
              <a:path w="1275714" h="304164">
                <a:moveTo>
                  <a:pt x="995210" y="0"/>
                </a:moveTo>
                <a:lnTo>
                  <a:pt x="945553" y="0"/>
                </a:lnTo>
                <a:lnTo>
                  <a:pt x="904913" y="230377"/>
                </a:lnTo>
                <a:lnTo>
                  <a:pt x="954316" y="230377"/>
                </a:lnTo>
                <a:lnTo>
                  <a:pt x="995210" y="0"/>
                </a:lnTo>
                <a:close/>
              </a:path>
              <a:path w="1275714" h="304164">
                <a:moveTo>
                  <a:pt x="1089063" y="260095"/>
                </a:moveTo>
                <a:lnTo>
                  <a:pt x="1081824" y="300227"/>
                </a:lnTo>
                <a:lnTo>
                  <a:pt x="1088936" y="302513"/>
                </a:lnTo>
                <a:lnTo>
                  <a:pt x="1097318" y="303656"/>
                </a:lnTo>
                <a:lnTo>
                  <a:pt x="1115733" y="303656"/>
                </a:lnTo>
                <a:lnTo>
                  <a:pt x="1123480" y="302513"/>
                </a:lnTo>
                <a:lnTo>
                  <a:pt x="1158024" y="280924"/>
                </a:lnTo>
                <a:lnTo>
                  <a:pt x="1170262" y="262763"/>
                </a:lnTo>
                <a:lnTo>
                  <a:pt x="1098334" y="262763"/>
                </a:lnTo>
                <a:lnTo>
                  <a:pt x="1093508" y="261874"/>
                </a:lnTo>
                <a:lnTo>
                  <a:pt x="1089063" y="260095"/>
                </a:lnTo>
                <a:close/>
              </a:path>
              <a:path w="1275714" h="304164">
                <a:moveTo>
                  <a:pt x="1157135" y="78612"/>
                </a:moveTo>
                <a:lnTo>
                  <a:pt x="1103795" y="78612"/>
                </a:lnTo>
                <a:lnTo>
                  <a:pt x="1138720" y="229869"/>
                </a:lnTo>
                <a:lnTo>
                  <a:pt x="1131481" y="242315"/>
                </a:lnTo>
                <a:lnTo>
                  <a:pt x="1110526" y="262763"/>
                </a:lnTo>
                <a:lnTo>
                  <a:pt x="1170262" y="262763"/>
                </a:lnTo>
                <a:lnTo>
                  <a:pt x="1171232" y="261238"/>
                </a:lnTo>
                <a:lnTo>
                  <a:pt x="1175677" y="253364"/>
                </a:lnTo>
                <a:lnTo>
                  <a:pt x="1218532" y="178053"/>
                </a:lnTo>
                <a:lnTo>
                  <a:pt x="1172248" y="178053"/>
                </a:lnTo>
                <a:lnTo>
                  <a:pt x="1157135" y="78612"/>
                </a:lnTo>
                <a:close/>
              </a:path>
              <a:path w="1275714" h="304164">
                <a:moveTo>
                  <a:pt x="1091222" y="0"/>
                </a:moveTo>
                <a:lnTo>
                  <a:pt x="1041565" y="0"/>
                </a:lnTo>
                <a:lnTo>
                  <a:pt x="1001014" y="229869"/>
                </a:lnTo>
                <a:lnTo>
                  <a:pt x="1000925" y="230377"/>
                </a:lnTo>
                <a:lnTo>
                  <a:pt x="1050328" y="230377"/>
                </a:lnTo>
                <a:lnTo>
                  <a:pt x="1091222" y="0"/>
                </a:lnTo>
                <a:close/>
              </a:path>
              <a:path w="1275714" h="304164">
                <a:moveTo>
                  <a:pt x="1275118" y="78612"/>
                </a:moveTo>
                <a:lnTo>
                  <a:pt x="1223175" y="78612"/>
                </a:lnTo>
                <a:lnTo>
                  <a:pt x="1172883" y="178053"/>
                </a:lnTo>
                <a:lnTo>
                  <a:pt x="1218532" y="178053"/>
                </a:lnTo>
                <a:lnTo>
                  <a:pt x="1275118" y="78612"/>
                </a:lnTo>
                <a:close/>
              </a:path>
            </a:pathLst>
          </a:custGeom>
          <a:solidFill>
            <a:srgbClr val="455353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41141" y="1793556"/>
            <a:ext cx="2209800" cy="30365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8159" y="2288984"/>
            <a:ext cx="2303399" cy="273176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3012338" y="2280329"/>
            <a:ext cx="1114425" cy="300355"/>
            <a:chOff x="6675755" y="2647823"/>
            <a:chExt cx="1114425" cy="300355"/>
          </a:xfrm>
        </p:grpSpPr>
        <p:sp>
          <p:nvSpPr>
            <p:cNvPr id="23" name="object 23"/>
            <p:cNvSpPr/>
            <p:nvPr/>
          </p:nvSpPr>
          <p:spPr>
            <a:xfrm>
              <a:off x="6675755" y="2647823"/>
              <a:ext cx="1038860" cy="300355"/>
            </a:xfrm>
            <a:custGeom>
              <a:avLst/>
              <a:gdLst/>
              <a:ahLst/>
              <a:cxnLst/>
              <a:rect l="l" t="t" r="r" b="b"/>
              <a:pathLst>
                <a:path w="1038859" h="300355">
                  <a:moveTo>
                    <a:pt x="66801" y="75311"/>
                  </a:moveTo>
                  <a:lnTo>
                    <a:pt x="17652" y="75311"/>
                  </a:lnTo>
                  <a:lnTo>
                    <a:pt x="1524" y="168401"/>
                  </a:lnTo>
                  <a:lnTo>
                    <a:pt x="889" y="171068"/>
                  </a:lnTo>
                  <a:lnTo>
                    <a:pt x="380" y="173862"/>
                  </a:lnTo>
                  <a:lnTo>
                    <a:pt x="253" y="176656"/>
                  </a:lnTo>
                  <a:lnTo>
                    <a:pt x="0" y="179450"/>
                  </a:lnTo>
                  <a:lnTo>
                    <a:pt x="0" y="190880"/>
                  </a:lnTo>
                  <a:lnTo>
                    <a:pt x="889" y="196723"/>
                  </a:lnTo>
                  <a:lnTo>
                    <a:pt x="26543" y="227329"/>
                  </a:lnTo>
                  <a:lnTo>
                    <a:pt x="39877" y="231139"/>
                  </a:lnTo>
                  <a:lnTo>
                    <a:pt x="48133" y="231139"/>
                  </a:lnTo>
                  <a:lnTo>
                    <a:pt x="87312" y="215249"/>
                  </a:lnTo>
                  <a:lnTo>
                    <a:pt x="95630" y="205231"/>
                  </a:lnTo>
                  <a:lnTo>
                    <a:pt x="143290" y="205231"/>
                  </a:lnTo>
                  <a:lnTo>
                    <a:pt x="143383" y="204597"/>
                  </a:lnTo>
                  <a:lnTo>
                    <a:pt x="144272" y="199643"/>
                  </a:lnTo>
                  <a:lnTo>
                    <a:pt x="145034" y="195706"/>
                  </a:lnTo>
                  <a:lnTo>
                    <a:pt x="145894" y="190880"/>
                  </a:lnTo>
                  <a:lnTo>
                    <a:pt x="63500" y="190880"/>
                  </a:lnTo>
                  <a:lnTo>
                    <a:pt x="58293" y="188722"/>
                  </a:lnTo>
                  <a:lnTo>
                    <a:pt x="55245" y="184657"/>
                  </a:lnTo>
                  <a:lnTo>
                    <a:pt x="52415" y="180721"/>
                  </a:lnTo>
                  <a:lnTo>
                    <a:pt x="52324" y="180593"/>
                  </a:lnTo>
                  <a:lnTo>
                    <a:pt x="50800" y="175894"/>
                  </a:lnTo>
                  <a:lnTo>
                    <a:pt x="50926" y="166369"/>
                  </a:lnTo>
                  <a:lnTo>
                    <a:pt x="51180" y="164211"/>
                  </a:lnTo>
                  <a:lnTo>
                    <a:pt x="51308" y="162178"/>
                  </a:lnTo>
                  <a:lnTo>
                    <a:pt x="51689" y="159892"/>
                  </a:lnTo>
                  <a:lnTo>
                    <a:pt x="52197" y="157606"/>
                  </a:lnTo>
                  <a:lnTo>
                    <a:pt x="66801" y="75311"/>
                  </a:lnTo>
                  <a:close/>
                </a:path>
                <a:path w="1038859" h="300355">
                  <a:moveTo>
                    <a:pt x="143290" y="205231"/>
                  </a:moveTo>
                  <a:lnTo>
                    <a:pt x="96647" y="205231"/>
                  </a:lnTo>
                  <a:lnTo>
                    <a:pt x="96223" y="207772"/>
                  </a:lnTo>
                  <a:lnTo>
                    <a:pt x="96139" y="208279"/>
                  </a:lnTo>
                  <a:lnTo>
                    <a:pt x="95630" y="211962"/>
                  </a:lnTo>
                  <a:lnTo>
                    <a:pt x="95357" y="215249"/>
                  </a:lnTo>
                  <a:lnTo>
                    <a:pt x="95250" y="216535"/>
                  </a:lnTo>
                  <a:lnTo>
                    <a:pt x="94125" y="226907"/>
                  </a:lnTo>
                  <a:lnTo>
                    <a:pt x="94106" y="227075"/>
                  </a:lnTo>
                  <a:lnTo>
                    <a:pt x="140462" y="227075"/>
                  </a:lnTo>
                  <a:lnTo>
                    <a:pt x="140970" y="222250"/>
                  </a:lnTo>
                  <a:lnTo>
                    <a:pt x="141575" y="217042"/>
                  </a:lnTo>
                  <a:lnTo>
                    <a:pt x="143290" y="205231"/>
                  </a:lnTo>
                  <a:close/>
                </a:path>
                <a:path w="1038859" h="300355">
                  <a:moveTo>
                    <a:pt x="166497" y="75311"/>
                  </a:moveTo>
                  <a:lnTo>
                    <a:pt x="117601" y="75311"/>
                  </a:lnTo>
                  <a:lnTo>
                    <a:pt x="103124" y="157352"/>
                  </a:lnTo>
                  <a:lnTo>
                    <a:pt x="102235" y="161798"/>
                  </a:lnTo>
                  <a:lnTo>
                    <a:pt x="100838" y="166115"/>
                  </a:lnTo>
                  <a:lnTo>
                    <a:pt x="97281" y="174243"/>
                  </a:lnTo>
                  <a:lnTo>
                    <a:pt x="94996" y="177800"/>
                  </a:lnTo>
                  <a:lnTo>
                    <a:pt x="92444" y="180593"/>
                  </a:lnTo>
                  <a:lnTo>
                    <a:pt x="89662" y="183768"/>
                  </a:lnTo>
                  <a:lnTo>
                    <a:pt x="86614" y="186181"/>
                  </a:lnTo>
                  <a:lnTo>
                    <a:pt x="83058" y="188087"/>
                  </a:lnTo>
                  <a:lnTo>
                    <a:pt x="79501" y="189864"/>
                  </a:lnTo>
                  <a:lnTo>
                    <a:pt x="75565" y="190880"/>
                  </a:lnTo>
                  <a:lnTo>
                    <a:pt x="145894" y="190880"/>
                  </a:lnTo>
                  <a:lnTo>
                    <a:pt x="166497" y="75311"/>
                  </a:lnTo>
                  <a:close/>
                </a:path>
                <a:path w="1038859" h="300355">
                  <a:moveTo>
                    <a:pt x="260350" y="75311"/>
                  </a:moveTo>
                  <a:lnTo>
                    <a:pt x="213741" y="75311"/>
                  </a:lnTo>
                  <a:lnTo>
                    <a:pt x="213233" y="80137"/>
                  </a:lnTo>
                  <a:lnTo>
                    <a:pt x="212598" y="85725"/>
                  </a:lnTo>
                  <a:lnTo>
                    <a:pt x="211581" y="91821"/>
                  </a:lnTo>
                  <a:lnTo>
                    <a:pt x="210767" y="97409"/>
                  </a:lnTo>
                  <a:lnTo>
                    <a:pt x="209930" y="102869"/>
                  </a:lnTo>
                  <a:lnTo>
                    <a:pt x="209169" y="106679"/>
                  </a:lnTo>
                  <a:lnTo>
                    <a:pt x="187960" y="227075"/>
                  </a:lnTo>
                  <a:lnTo>
                    <a:pt x="236854" y="227075"/>
                  </a:lnTo>
                  <a:lnTo>
                    <a:pt x="251333" y="144779"/>
                  </a:lnTo>
                  <a:lnTo>
                    <a:pt x="252222" y="140335"/>
                  </a:lnTo>
                  <a:lnTo>
                    <a:pt x="253619" y="136143"/>
                  </a:lnTo>
                  <a:lnTo>
                    <a:pt x="256921" y="128015"/>
                  </a:lnTo>
                  <a:lnTo>
                    <a:pt x="259206" y="124460"/>
                  </a:lnTo>
                  <a:lnTo>
                    <a:pt x="261884" y="121538"/>
                  </a:lnTo>
                  <a:lnTo>
                    <a:pt x="264668" y="118363"/>
                  </a:lnTo>
                  <a:lnTo>
                    <a:pt x="267843" y="115950"/>
                  </a:lnTo>
                  <a:lnTo>
                    <a:pt x="271399" y="114300"/>
                  </a:lnTo>
                  <a:lnTo>
                    <a:pt x="274954" y="112522"/>
                  </a:lnTo>
                  <a:lnTo>
                    <a:pt x="279019" y="111632"/>
                  </a:lnTo>
                  <a:lnTo>
                    <a:pt x="354456" y="111632"/>
                  </a:lnTo>
                  <a:lnTo>
                    <a:pt x="354456" y="111251"/>
                  </a:lnTo>
                  <a:lnTo>
                    <a:pt x="353568" y="105410"/>
                  </a:lnTo>
                  <a:lnTo>
                    <a:pt x="351790" y="99822"/>
                  </a:lnTo>
                  <a:lnTo>
                    <a:pt x="350948" y="97409"/>
                  </a:lnTo>
                  <a:lnTo>
                    <a:pt x="257810" y="97409"/>
                  </a:lnTo>
                  <a:lnTo>
                    <a:pt x="258278" y="94361"/>
                  </a:lnTo>
                  <a:lnTo>
                    <a:pt x="258825" y="90169"/>
                  </a:lnTo>
                  <a:lnTo>
                    <a:pt x="259095" y="87026"/>
                  </a:lnTo>
                  <a:lnTo>
                    <a:pt x="259206" y="85725"/>
                  </a:lnTo>
                  <a:lnTo>
                    <a:pt x="259995" y="78739"/>
                  </a:lnTo>
                  <a:lnTo>
                    <a:pt x="260333" y="75479"/>
                  </a:lnTo>
                  <a:lnTo>
                    <a:pt x="260350" y="75311"/>
                  </a:lnTo>
                  <a:close/>
                </a:path>
                <a:path w="1038859" h="300355">
                  <a:moveTo>
                    <a:pt x="354456" y="111632"/>
                  </a:moveTo>
                  <a:lnTo>
                    <a:pt x="290956" y="111632"/>
                  </a:lnTo>
                  <a:lnTo>
                    <a:pt x="296164" y="113664"/>
                  </a:lnTo>
                  <a:lnTo>
                    <a:pt x="299212" y="117601"/>
                  </a:lnTo>
                  <a:lnTo>
                    <a:pt x="302133" y="121538"/>
                  </a:lnTo>
                  <a:lnTo>
                    <a:pt x="303656" y="126364"/>
                  </a:lnTo>
                  <a:lnTo>
                    <a:pt x="303619" y="136143"/>
                  </a:lnTo>
                  <a:lnTo>
                    <a:pt x="303022" y="140207"/>
                  </a:lnTo>
                  <a:lnTo>
                    <a:pt x="302005" y="144779"/>
                  </a:lnTo>
                  <a:lnTo>
                    <a:pt x="287654" y="227075"/>
                  </a:lnTo>
                  <a:lnTo>
                    <a:pt x="336550" y="227075"/>
                  </a:lnTo>
                  <a:lnTo>
                    <a:pt x="352933" y="133857"/>
                  </a:lnTo>
                  <a:lnTo>
                    <a:pt x="353568" y="131190"/>
                  </a:lnTo>
                  <a:lnTo>
                    <a:pt x="354075" y="128524"/>
                  </a:lnTo>
                  <a:lnTo>
                    <a:pt x="354202" y="125729"/>
                  </a:lnTo>
                  <a:lnTo>
                    <a:pt x="354456" y="123062"/>
                  </a:lnTo>
                  <a:lnTo>
                    <a:pt x="354456" y="111632"/>
                  </a:lnTo>
                  <a:close/>
                </a:path>
                <a:path w="1038859" h="300355">
                  <a:moveTo>
                    <a:pt x="314578" y="71247"/>
                  </a:moveTo>
                  <a:lnTo>
                    <a:pt x="305943" y="71247"/>
                  </a:lnTo>
                  <a:lnTo>
                    <a:pt x="298326" y="71721"/>
                  </a:lnTo>
                  <a:lnTo>
                    <a:pt x="262625" y="91821"/>
                  </a:lnTo>
                  <a:lnTo>
                    <a:pt x="262501" y="91955"/>
                  </a:lnTo>
                  <a:lnTo>
                    <a:pt x="258572" y="97409"/>
                  </a:lnTo>
                  <a:lnTo>
                    <a:pt x="350948" y="97409"/>
                  </a:lnTo>
                  <a:lnTo>
                    <a:pt x="327914" y="75056"/>
                  </a:lnTo>
                  <a:lnTo>
                    <a:pt x="321818" y="72516"/>
                  </a:lnTo>
                  <a:lnTo>
                    <a:pt x="314578" y="71247"/>
                  </a:lnTo>
                  <a:close/>
                </a:path>
                <a:path w="1038859" h="300355">
                  <a:moveTo>
                    <a:pt x="449452" y="0"/>
                  </a:moveTo>
                  <a:lnTo>
                    <a:pt x="433831" y="0"/>
                  </a:lnTo>
                  <a:lnTo>
                    <a:pt x="426974" y="2793"/>
                  </a:lnTo>
                  <a:lnTo>
                    <a:pt x="415671" y="14097"/>
                  </a:lnTo>
                  <a:lnTo>
                    <a:pt x="412876" y="20954"/>
                  </a:lnTo>
                  <a:lnTo>
                    <a:pt x="412876" y="36449"/>
                  </a:lnTo>
                  <a:lnTo>
                    <a:pt x="415417" y="42290"/>
                  </a:lnTo>
                  <a:lnTo>
                    <a:pt x="420497" y="46862"/>
                  </a:lnTo>
                  <a:lnTo>
                    <a:pt x="425450" y="51435"/>
                  </a:lnTo>
                  <a:lnTo>
                    <a:pt x="431800" y="53721"/>
                  </a:lnTo>
                  <a:lnTo>
                    <a:pt x="443611" y="53721"/>
                  </a:lnTo>
                  <a:lnTo>
                    <a:pt x="465709" y="35687"/>
                  </a:lnTo>
                  <a:lnTo>
                    <a:pt x="467105" y="32257"/>
                  </a:lnTo>
                  <a:lnTo>
                    <a:pt x="467868" y="28448"/>
                  </a:lnTo>
                  <a:lnTo>
                    <a:pt x="467868" y="17525"/>
                  </a:lnTo>
                  <a:lnTo>
                    <a:pt x="465454" y="11684"/>
                  </a:lnTo>
                  <a:lnTo>
                    <a:pt x="455675" y="2412"/>
                  </a:lnTo>
                  <a:lnTo>
                    <a:pt x="449452" y="0"/>
                  </a:lnTo>
                  <a:close/>
                </a:path>
                <a:path w="1038859" h="300355">
                  <a:moveTo>
                    <a:pt x="457453" y="75311"/>
                  </a:moveTo>
                  <a:lnTo>
                    <a:pt x="408431" y="75311"/>
                  </a:lnTo>
                  <a:lnTo>
                    <a:pt x="382016" y="227075"/>
                  </a:lnTo>
                  <a:lnTo>
                    <a:pt x="430402" y="227075"/>
                  </a:lnTo>
                  <a:lnTo>
                    <a:pt x="457453" y="75311"/>
                  </a:lnTo>
                  <a:close/>
                </a:path>
                <a:path w="1038859" h="300355">
                  <a:moveTo>
                    <a:pt x="640641" y="208279"/>
                  </a:moveTo>
                  <a:lnTo>
                    <a:pt x="592581" y="208279"/>
                  </a:lnTo>
                  <a:lnTo>
                    <a:pt x="575818" y="300354"/>
                  </a:lnTo>
                  <a:lnTo>
                    <a:pt x="624586" y="300354"/>
                  </a:lnTo>
                  <a:lnTo>
                    <a:pt x="640641" y="208279"/>
                  </a:lnTo>
                  <a:close/>
                </a:path>
                <a:path w="1038859" h="300355">
                  <a:moveTo>
                    <a:pt x="564515" y="71247"/>
                  </a:moveTo>
                  <a:lnTo>
                    <a:pt x="523279" y="82917"/>
                  </a:lnTo>
                  <a:lnTo>
                    <a:pt x="494077" y="113014"/>
                  </a:lnTo>
                  <a:lnTo>
                    <a:pt x="482019" y="146176"/>
                  </a:lnTo>
                  <a:lnTo>
                    <a:pt x="481917" y="146637"/>
                  </a:lnTo>
                  <a:lnTo>
                    <a:pt x="480793" y="155321"/>
                  </a:lnTo>
                  <a:lnTo>
                    <a:pt x="480716" y="155910"/>
                  </a:lnTo>
                  <a:lnTo>
                    <a:pt x="480490" y="161289"/>
                  </a:lnTo>
                  <a:lnTo>
                    <a:pt x="480426" y="168275"/>
                  </a:lnTo>
                  <a:lnTo>
                    <a:pt x="480589" y="172338"/>
                  </a:lnTo>
                  <a:lnTo>
                    <a:pt x="497459" y="212343"/>
                  </a:lnTo>
                  <a:lnTo>
                    <a:pt x="502920" y="218186"/>
                  </a:lnTo>
                  <a:lnTo>
                    <a:pt x="543814" y="230886"/>
                  </a:lnTo>
                  <a:lnTo>
                    <a:pt x="549959" y="230576"/>
                  </a:lnTo>
                  <a:lnTo>
                    <a:pt x="550899" y="230576"/>
                  </a:lnTo>
                  <a:lnTo>
                    <a:pt x="587628" y="213326"/>
                  </a:lnTo>
                  <a:lnTo>
                    <a:pt x="591820" y="208279"/>
                  </a:lnTo>
                  <a:lnTo>
                    <a:pt x="640641" y="208279"/>
                  </a:lnTo>
                  <a:lnTo>
                    <a:pt x="643520" y="191769"/>
                  </a:lnTo>
                  <a:lnTo>
                    <a:pt x="643631" y="191135"/>
                  </a:lnTo>
                  <a:lnTo>
                    <a:pt x="550037" y="191135"/>
                  </a:lnTo>
                  <a:lnTo>
                    <a:pt x="542290" y="188087"/>
                  </a:lnTo>
                  <a:lnTo>
                    <a:pt x="531622" y="175894"/>
                  </a:lnTo>
                  <a:lnTo>
                    <a:pt x="528827" y="168275"/>
                  </a:lnTo>
                  <a:lnTo>
                    <a:pt x="528827" y="152526"/>
                  </a:lnTo>
                  <a:lnTo>
                    <a:pt x="529770" y="146637"/>
                  </a:lnTo>
                  <a:lnTo>
                    <a:pt x="529844" y="146176"/>
                  </a:lnTo>
                  <a:lnTo>
                    <a:pt x="531876" y="140335"/>
                  </a:lnTo>
                  <a:lnTo>
                    <a:pt x="533908" y="134365"/>
                  </a:lnTo>
                  <a:lnTo>
                    <a:pt x="565023" y="110743"/>
                  </a:lnTo>
                  <a:lnTo>
                    <a:pt x="657650" y="110743"/>
                  </a:lnTo>
                  <a:lnTo>
                    <a:pt x="659975" y="97409"/>
                  </a:lnTo>
                  <a:lnTo>
                    <a:pt x="613283" y="97409"/>
                  </a:lnTo>
                  <a:lnTo>
                    <a:pt x="609377" y="91336"/>
                  </a:lnTo>
                  <a:lnTo>
                    <a:pt x="604710" y="86074"/>
                  </a:lnTo>
                  <a:lnTo>
                    <a:pt x="572299" y="71723"/>
                  </a:lnTo>
                  <a:lnTo>
                    <a:pt x="572888" y="71723"/>
                  </a:lnTo>
                  <a:lnTo>
                    <a:pt x="564515" y="71247"/>
                  </a:lnTo>
                  <a:close/>
                </a:path>
                <a:path w="1038859" h="300355">
                  <a:moveTo>
                    <a:pt x="657650" y="110743"/>
                  </a:moveTo>
                  <a:lnTo>
                    <a:pt x="581278" y="110743"/>
                  </a:lnTo>
                  <a:lnTo>
                    <a:pt x="589026" y="113664"/>
                  </a:lnTo>
                  <a:lnTo>
                    <a:pt x="594868" y="119634"/>
                  </a:lnTo>
                  <a:lnTo>
                    <a:pt x="600583" y="125602"/>
                  </a:lnTo>
                  <a:lnTo>
                    <a:pt x="603503" y="133350"/>
                  </a:lnTo>
                  <a:lnTo>
                    <a:pt x="603503" y="149225"/>
                  </a:lnTo>
                  <a:lnTo>
                    <a:pt x="602361" y="155321"/>
                  </a:lnTo>
                  <a:lnTo>
                    <a:pt x="600075" y="161289"/>
                  </a:lnTo>
                  <a:lnTo>
                    <a:pt x="597916" y="167131"/>
                  </a:lnTo>
                  <a:lnTo>
                    <a:pt x="594868" y="172338"/>
                  </a:lnTo>
                  <a:lnTo>
                    <a:pt x="590930" y="176784"/>
                  </a:lnTo>
                  <a:lnTo>
                    <a:pt x="587121" y="181355"/>
                  </a:lnTo>
                  <a:lnTo>
                    <a:pt x="582549" y="184785"/>
                  </a:lnTo>
                  <a:lnTo>
                    <a:pt x="577215" y="187325"/>
                  </a:lnTo>
                  <a:lnTo>
                    <a:pt x="572008" y="189864"/>
                  </a:lnTo>
                  <a:lnTo>
                    <a:pt x="566293" y="191135"/>
                  </a:lnTo>
                  <a:lnTo>
                    <a:pt x="643631" y="191135"/>
                  </a:lnTo>
                  <a:lnTo>
                    <a:pt x="657650" y="110743"/>
                  </a:lnTo>
                  <a:close/>
                </a:path>
                <a:path w="1038859" h="300355">
                  <a:moveTo>
                    <a:pt x="663828" y="75311"/>
                  </a:moveTo>
                  <a:lnTo>
                    <a:pt x="617854" y="75311"/>
                  </a:lnTo>
                  <a:lnTo>
                    <a:pt x="613918" y="97409"/>
                  </a:lnTo>
                  <a:lnTo>
                    <a:pt x="659975" y="97409"/>
                  </a:lnTo>
                  <a:lnTo>
                    <a:pt x="663790" y="75533"/>
                  </a:lnTo>
                  <a:lnTo>
                    <a:pt x="663828" y="75311"/>
                  </a:lnTo>
                  <a:close/>
                </a:path>
                <a:path w="1038859" h="300355">
                  <a:moveTo>
                    <a:pt x="755650" y="75311"/>
                  </a:moveTo>
                  <a:lnTo>
                    <a:pt x="706501" y="75311"/>
                  </a:lnTo>
                  <a:lnTo>
                    <a:pt x="690372" y="168401"/>
                  </a:lnTo>
                  <a:lnTo>
                    <a:pt x="689737" y="171068"/>
                  </a:lnTo>
                  <a:lnTo>
                    <a:pt x="689228" y="173862"/>
                  </a:lnTo>
                  <a:lnTo>
                    <a:pt x="689101" y="176656"/>
                  </a:lnTo>
                  <a:lnTo>
                    <a:pt x="688848" y="179450"/>
                  </a:lnTo>
                  <a:lnTo>
                    <a:pt x="688848" y="190880"/>
                  </a:lnTo>
                  <a:lnTo>
                    <a:pt x="689737" y="196723"/>
                  </a:lnTo>
                  <a:lnTo>
                    <a:pt x="715391" y="227329"/>
                  </a:lnTo>
                  <a:lnTo>
                    <a:pt x="728726" y="231139"/>
                  </a:lnTo>
                  <a:lnTo>
                    <a:pt x="736980" y="231139"/>
                  </a:lnTo>
                  <a:lnTo>
                    <a:pt x="776160" y="215249"/>
                  </a:lnTo>
                  <a:lnTo>
                    <a:pt x="784478" y="205231"/>
                  </a:lnTo>
                  <a:lnTo>
                    <a:pt x="832138" y="205231"/>
                  </a:lnTo>
                  <a:lnTo>
                    <a:pt x="832230" y="204597"/>
                  </a:lnTo>
                  <a:lnTo>
                    <a:pt x="833120" y="199643"/>
                  </a:lnTo>
                  <a:lnTo>
                    <a:pt x="833881" y="195706"/>
                  </a:lnTo>
                  <a:lnTo>
                    <a:pt x="834742" y="190880"/>
                  </a:lnTo>
                  <a:lnTo>
                    <a:pt x="752348" y="190880"/>
                  </a:lnTo>
                  <a:lnTo>
                    <a:pt x="747141" y="188722"/>
                  </a:lnTo>
                  <a:lnTo>
                    <a:pt x="744093" y="184657"/>
                  </a:lnTo>
                  <a:lnTo>
                    <a:pt x="741263" y="180721"/>
                  </a:lnTo>
                  <a:lnTo>
                    <a:pt x="741172" y="180593"/>
                  </a:lnTo>
                  <a:lnTo>
                    <a:pt x="739648" y="175894"/>
                  </a:lnTo>
                  <a:lnTo>
                    <a:pt x="739775" y="166369"/>
                  </a:lnTo>
                  <a:lnTo>
                    <a:pt x="740028" y="164211"/>
                  </a:lnTo>
                  <a:lnTo>
                    <a:pt x="740155" y="162178"/>
                  </a:lnTo>
                  <a:lnTo>
                    <a:pt x="740537" y="159892"/>
                  </a:lnTo>
                  <a:lnTo>
                    <a:pt x="741045" y="157606"/>
                  </a:lnTo>
                  <a:lnTo>
                    <a:pt x="755650" y="75311"/>
                  </a:lnTo>
                  <a:close/>
                </a:path>
                <a:path w="1038859" h="300355">
                  <a:moveTo>
                    <a:pt x="832138" y="205231"/>
                  </a:moveTo>
                  <a:lnTo>
                    <a:pt x="785495" y="205231"/>
                  </a:lnTo>
                  <a:lnTo>
                    <a:pt x="785071" y="207772"/>
                  </a:lnTo>
                  <a:lnTo>
                    <a:pt x="784987" y="208279"/>
                  </a:lnTo>
                  <a:lnTo>
                    <a:pt x="784478" y="211962"/>
                  </a:lnTo>
                  <a:lnTo>
                    <a:pt x="784205" y="215249"/>
                  </a:lnTo>
                  <a:lnTo>
                    <a:pt x="784098" y="216535"/>
                  </a:lnTo>
                  <a:lnTo>
                    <a:pt x="782973" y="226907"/>
                  </a:lnTo>
                  <a:lnTo>
                    <a:pt x="782954" y="227075"/>
                  </a:lnTo>
                  <a:lnTo>
                    <a:pt x="829310" y="227075"/>
                  </a:lnTo>
                  <a:lnTo>
                    <a:pt x="829818" y="222250"/>
                  </a:lnTo>
                  <a:lnTo>
                    <a:pt x="830423" y="217042"/>
                  </a:lnTo>
                  <a:lnTo>
                    <a:pt x="832138" y="205231"/>
                  </a:lnTo>
                  <a:close/>
                </a:path>
                <a:path w="1038859" h="300355">
                  <a:moveTo>
                    <a:pt x="855345" y="75311"/>
                  </a:moveTo>
                  <a:lnTo>
                    <a:pt x="806450" y="75311"/>
                  </a:lnTo>
                  <a:lnTo>
                    <a:pt x="791972" y="157352"/>
                  </a:lnTo>
                  <a:lnTo>
                    <a:pt x="791083" y="161798"/>
                  </a:lnTo>
                  <a:lnTo>
                    <a:pt x="789686" y="166115"/>
                  </a:lnTo>
                  <a:lnTo>
                    <a:pt x="786129" y="174243"/>
                  </a:lnTo>
                  <a:lnTo>
                    <a:pt x="783844" y="177800"/>
                  </a:lnTo>
                  <a:lnTo>
                    <a:pt x="781292" y="180593"/>
                  </a:lnTo>
                  <a:lnTo>
                    <a:pt x="778510" y="183768"/>
                  </a:lnTo>
                  <a:lnTo>
                    <a:pt x="775462" y="186181"/>
                  </a:lnTo>
                  <a:lnTo>
                    <a:pt x="771905" y="188087"/>
                  </a:lnTo>
                  <a:lnTo>
                    <a:pt x="768350" y="189864"/>
                  </a:lnTo>
                  <a:lnTo>
                    <a:pt x="764413" y="190880"/>
                  </a:lnTo>
                  <a:lnTo>
                    <a:pt x="834742" y="190880"/>
                  </a:lnTo>
                  <a:lnTo>
                    <a:pt x="855345" y="75311"/>
                  </a:lnTo>
                  <a:close/>
                </a:path>
                <a:path w="1038859" h="300355">
                  <a:moveTo>
                    <a:pt x="971296" y="70738"/>
                  </a:moveTo>
                  <a:lnTo>
                    <a:pt x="926391" y="81911"/>
                  </a:lnTo>
                  <a:lnTo>
                    <a:pt x="894969" y="111283"/>
                  </a:lnTo>
                  <a:lnTo>
                    <a:pt x="880411" y="153878"/>
                  </a:lnTo>
                  <a:lnTo>
                    <a:pt x="880056" y="165100"/>
                  </a:lnTo>
                  <a:lnTo>
                    <a:pt x="880340" y="171497"/>
                  </a:lnTo>
                  <a:lnTo>
                    <a:pt x="881303" y="178307"/>
                  </a:lnTo>
                  <a:lnTo>
                    <a:pt x="881411" y="179070"/>
                  </a:lnTo>
                  <a:lnTo>
                    <a:pt x="901573" y="214122"/>
                  </a:lnTo>
                  <a:lnTo>
                    <a:pt x="939307" y="230647"/>
                  </a:lnTo>
                  <a:lnTo>
                    <a:pt x="954659" y="231775"/>
                  </a:lnTo>
                  <a:lnTo>
                    <a:pt x="964854" y="231346"/>
                  </a:lnTo>
                  <a:lnTo>
                    <a:pt x="1002153" y="220940"/>
                  </a:lnTo>
                  <a:lnTo>
                    <a:pt x="1025905" y="202437"/>
                  </a:lnTo>
                  <a:lnTo>
                    <a:pt x="1015391" y="194182"/>
                  </a:lnTo>
                  <a:lnTo>
                    <a:pt x="954531" y="194182"/>
                  </a:lnTo>
                  <a:lnTo>
                    <a:pt x="950468" y="193675"/>
                  </a:lnTo>
                  <a:lnTo>
                    <a:pt x="925334" y="171497"/>
                  </a:lnTo>
                  <a:lnTo>
                    <a:pt x="925449" y="165100"/>
                  </a:lnTo>
                  <a:lnTo>
                    <a:pt x="925702" y="164337"/>
                  </a:lnTo>
                  <a:lnTo>
                    <a:pt x="1034415" y="164337"/>
                  </a:lnTo>
                  <a:lnTo>
                    <a:pt x="1035685" y="159512"/>
                  </a:lnTo>
                  <a:lnTo>
                    <a:pt x="1036701" y="154177"/>
                  </a:lnTo>
                  <a:lnTo>
                    <a:pt x="1037463" y="148589"/>
                  </a:lnTo>
                  <a:lnTo>
                    <a:pt x="1038098" y="143001"/>
                  </a:lnTo>
                  <a:lnTo>
                    <a:pt x="1038478" y="138429"/>
                  </a:lnTo>
                  <a:lnTo>
                    <a:pt x="1038463" y="134365"/>
                  </a:lnTo>
                  <a:lnTo>
                    <a:pt x="929004" y="134365"/>
                  </a:lnTo>
                  <a:lnTo>
                    <a:pt x="929894" y="131190"/>
                  </a:lnTo>
                  <a:lnTo>
                    <a:pt x="952626" y="107823"/>
                  </a:lnTo>
                  <a:lnTo>
                    <a:pt x="956945" y="105917"/>
                  </a:lnTo>
                  <a:lnTo>
                    <a:pt x="961898" y="104901"/>
                  </a:lnTo>
                  <a:lnTo>
                    <a:pt x="1032514" y="104901"/>
                  </a:lnTo>
                  <a:lnTo>
                    <a:pt x="1030224" y="99440"/>
                  </a:lnTo>
                  <a:lnTo>
                    <a:pt x="1025651" y="92710"/>
                  </a:lnTo>
                  <a:lnTo>
                    <a:pt x="1013968" y="82041"/>
                  </a:lnTo>
                  <a:lnTo>
                    <a:pt x="1007194" y="77977"/>
                  </a:lnTo>
                  <a:lnTo>
                    <a:pt x="1007358" y="77977"/>
                  </a:lnTo>
                  <a:lnTo>
                    <a:pt x="998727" y="75056"/>
                  </a:lnTo>
                  <a:lnTo>
                    <a:pt x="992370" y="73150"/>
                  </a:lnTo>
                  <a:lnTo>
                    <a:pt x="985678" y="71802"/>
                  </a:lnTo>
                  <a:lnTo>
                    <a:pt x="978654" y="71002"/>
                  </a:lnTo>
                  <a:lnTo>
                    <a:pt x="971296" y="70738"/>
                  </a:lnTo>
                  <a:close/>
                </a:path>
                <a:path w="1038859" h="300355">
                  <a:moveTo>
                    <a:pt x="995172" y="178307"/>
                  </a:moveTo>
                  <a:lnTo>
                    <a:pt x="990473" y="183134"/>
                  </a:lnTo>
                  <a:lnTo>
                    <a:pt x="985139" y="187071"/>
                  </a:lnTo>
                  <a:lnTo>
                    <a:pt x="979297" y="189864"/>
                  </a:lnTo>
                  <a:lnTo>
                    <a:pt x="973454" y="192786"/>
                  </a:lnTo>
                  <a:lnTo>
                    <a:pt x="966597" y="194182"/>
                  </a:lnTo>
                  <a:lnTo>
                    <a:pt x="1015391" y="194182"/>
                  </a:lnTo>
                  <a:lnTo>
                    <a:pt x="995172" y="178307"/>
                  </a:lnTo>
                  <a:close/>
                </a:path>
                <a:path w="1038859" h="300355">
                  <a:moveTo>
                    <a:pt x="1032514" y="104901"/>
                  </a:moveTo>
                  <a:lnTo>
                    <a:pt x="976376" y="104901"/>
                  </a:lnTo>
                  <a:lnTo>
                    <a:pt x="983615" y="107314"/>
                  </a:lnTo>
                  <a:lnTo>
                    <a:pt x="983371" y="107314"/>
                  </a:lnTo>
                  <a:lnTo>
                    <a:pt x="988060" y="111632"/>
                  </a:lnTo>
                  <a:lnTo>
                    <a:pt x="992759" y="116077"/>
                  </a:lnTo>
                  <a:lnTo>
                    <a:pt x="995172" y="121665"/>
                  </a:lnTo>
                  <a:lnTo>
                    <a:pt x="995045" y="133476"/>
                  </a:lnTo>
                  <a:lnTo>
                    <a:pt x="994791" y="134365"/>
                  </a:lnTo>
                  <a:lnTo>
                    <a:pt x="1038463" y="134365"/>
                  </a:lnTo>
                  <a:lnTo>
                    <a:pt x="1038197" y="127888"/>
                  </a:lnTo>
                  <a:lnTo>
                    <a:pt x="1038144" y="127000"/>
                  </a:lnTo>
                  <a:lnTo>
                    <a:pt x="1037443" y="121665"/>
                  </a:lnTo>
                  <a:lnTo>
                    <a:pt x="1037359" y="121030"/>
                  </a:lnTo>
                  <a:lnTo>
                    <a:pt x="1037240" y="120126"/>
                  </a:lnTo>
                  <a:lnTo>
                    <a:pt x="1035692" y="113512"/>
                  </a:lnTo>
                  <a:lnTo>
                    <a:pt x="1033526" y="107314"/>
                  </a:lnTo>
                  <a:lnTo>
                    <a:pt x="1032514" y="104901"/>
                  </a:lnTo>
                  <a:close/>
                </a:path>
              </a:pathLst>
            </a:custGeom>
            <a:solidFill>
              <a:srgbClr val="455353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57287" y="284391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19">
                  <a:moveTo>
                    <a:pt x="21209" y="0"/>
                  </a:moveTo>
                  <a:lnTo>
                    <a:pt x="11430" y="0"/>
                  </a:lnTo>
                  <a:lnTo>
                    <a:pt x="7493" y="1650"/>
                  </a:lnTo>
                  <a:lnTo>
                    <a:pt x="4445" y="4952"/>
                  </a:lnTo>
                  <a:lnTo>
                    <a:pt x="1397" y="8381"/>
                  </a:lnTo>
                  <a:lnTo>
                    <a:pt x="0" y="12191"/>
                  </a:lnTo>
                  <a:lnTo>
                    <a:pt x="0" y="16510"/>
                  </a:lnTo>
                  <a:lnTo>
                    <a:pt x="0" y="20700"/>
                  </a:lnTo>
                  <a:lnTo>
                    <a:pt x="1397" y="24511"/>
                  </a:lnTo>
                  <a:lnTo>
                    <a:pt x="7493" y="31114"/>
                  </a:lnTo>
                  <a:lnTo>
                    <a:pt x="11430" y="32892"/>
                  </a:lnTo>
                  <a:lnTo>
                    <a:pt x="21209" y="32892"/>
                  </a:lnTo>
                  <a:lnTo>
                    <a:pt x="25146" y="31114"/>
                  </a:lnTo>
                  <a:lnTo>
                    <a:pt x="31242" y="24511"/>
                  </a:lnTo>
                  <a:lnTo>
                    <a:pt x="32893" y="20700"/>
                  </a:lnTo>
                  <a:lnTo>
                    <a:pt x="32893" y="12191"/>
                  </a:lnTo>
                  <a:lnTo>
                    <a:pt x="31242" y="8381"/>
                  </a:lnTo>
                  <a:lnTo>
                    <a:pt x="28194" y="4952"/>
                  </a:lnTo>
                  <a:lnTo>
                    <a:pt x="25146" y="1650"/>
                  </a:lnTo>
                  <a:lnTo>
                    <a:pt x="21209" y="0"/>
                  </a:lnTo>
                  <a:close/>
                </a:path>
              </a:pathLst>
            </a:custGeom>
            <a:solidFill>
              <a:srgbClr val="00000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0" y="2707217"/>
            <a:ext cx="8534400" cy="3615690"/>
            <a:chOff x="0" y="3242817"/>
            <a:chExt cx="9576435" cy="3615690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3349" y="3242817"/>
              <a:ext cx="8590622" cy="30734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3319786"/>
              <a:ext cx="9576181" cy="3538211"/>
            </a:xfrm>
            <a:prstGeom prst="rect">
              <a:avLst/>
            </a:prstGeom>
          </p:spPr>
        </p:pic>
      </p:grpSp>
      <p:pic>
        <p:nvPicPr>
          <p:cNvPr id="29" name="Picture 2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2CC1126-78CD-F0C8-8046-9F9B25657B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827" y="3823239"/>
            <a:ext cx="3454400" cy="19304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30084" y="526923"/>
            <a:ext cx="1757045" cy="1753870"/>
            <a:chOff x="9930084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10016616" y="533273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37846"/>
                  </a:moveTo>
                  <a:lnTo>
                    <a:pt x="64261" y="1599438"/>
                  </a:lnTo>
                </a:path>
                <a:path w="1663700" h="1663064">
                  <a:moveTo>
                    <a:pt x="0" y="417575"/>
                  </a:moveTo>
                  <a:lnTo>
                    <a:pt x="1245234" y="1662684"/>
                  </a:lnTo>
                </a:path>
                <a:path w="1663700" h="1663064">
                  <a:moveTo>
                    <a:pt x="1610994" y="1040638"/>
                  </a:moveTo>
                  <a:lnTo>
                    <a:pt x="623188" y="1040638"/>
                  </a:lnTo>
                  <a:lnTo>
                    <a:pt x="623188" y="52704"/>
                  </a:lnTo>
                </a:path>
                <a:path w="1663700" h="1663064">
                  <a:moveTo>
                    <a:pt x="1663700" y="606298"/>
                  </a:moveTo>
                  <a:lnTo>
                    <a:pt x="1057402" y="606298"/>
                  </a:lnTo>
                  <a:lnTo>
                    <a:pt x="105740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0084" y="532606"/>
              <a:ext cx="1754201" cy="174772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9814814" y="2531998"/>
            <a:ext cx="1862455" cy="633730"/>
            <a:chOff x="9814814" y="2531998"/>
            <a:chExt cx="1862455" cy="6337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7790" y="2531998"/>
              <a:ext cx="1419225" cy="6333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814814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9798177" y="3721100"/>
            <a:ext cx="1862455" cy="633730"/>
            <a:chOff x="9798177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1153" y="3721100"/>
              <a:ext cx="1419225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98177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07715" y="222600"/>
            <a:ext cx="10058400" cy="14507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0" dirty="0"/>
              <a:t>Set</a:t>
            </a:r>
            <a:r>
              <a:rPr sz="4800" spc="-25" dirty="0"/>
              <a:t> </a:t>
            </a:r>
            <a:r>
              <a:rPr sz="4800" dirty="0"/>
              <a:t>Operations</a:t>
            </a:r>
            <a:r>
              <a:rPr sz="4800" spc="-20" dirty="0"/>
              <a:t> </a:t>
            </a:r>
            <a:r>
              <a:rPr sz="4800" spc="70" dirty="0"/>
              <a:t>in</a:t>
            </a:r>
            <a:r>
              <a:rPr sz="4800" spc="-25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9C687751-F9D7-CC79-B606-D48490A2D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85FD-7EAF-422C-8AE3-B4F46B5BF44F}" type="datetime1">
              <a:rPr lang="en-US" smtClean="0"/>
              <a:t>3/29/2026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6C7AD19-371D-9644-9AD5-655FD079B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0662557-F5C1-5062-9CA5-58FA36208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223" y="1585099"/>
            <a:ext cx="8275574" cy="47684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686" y="526923"/>
            <a:ext cx="1757045" cy="1753870"/>
            <a:chOff x="566686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610869" y="571119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0"/>
                  </a:moveTo>
                  <a:lnTo>
                    <a:pt x="1561592" y="1561591"/>
                  </a:lnTo>
                </a:path>
                <a:path w="1626235" h="1624964">
                  <a:moveTo>
                    <a:pt x="1625854" y="379729"/>
                  </a:moveTo>
                  <a:lnTo>
                    <a:pt x="380682" y="162483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3036" y="533273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5">
                  <a:moveTo>
                    <a:pt x="52679" y="1040638"/>
                  </a:moveTo>
                  <a:lnTo>
                    <a:pt x="1040625" y="1040638"/>
                  </a:lnTo>
                  <a:lnTo>
                    <a:pt x="1040625" y="52704"/>
                  </a:lnTo>
                </a:path>
                <a:path w="1040765" h="1040765">
                  <a:moveTo>
                    <a:pt x="0" y="606298"/>
                  </a:moveTo>
                  <a:lnTo>
                    <a:pt x="606323" y="606298"/>
                  </a:lnTo>
                  <a:lnTo>
                    <a:pt x="60632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140" y="532606"/>
              <a:ext cx="1754166" cy="174772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76389" y="2531998"/>
            <a:ext cx="1862455" cy="633730"/>
            <a:chOff x="576389" y="2531998"/>
            <a:chExt cx="1862455" cy="6337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389" y="2531998"/>
              <a:ext cx="1419161" cy="633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6389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50049" y="4606194"/>
            <a:ext cx="1757045" cy="1753870"/>
            <a:chOff x="550049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594220" y="4690491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1624876"/>
                  </a:moveTo>
                  <a:lnTo>
                    <a:pt x="1561604" y="63245"/>
                  </a:lnTo>
                </a:path>
                <a:path w="1626235" h="1624964">
                  <a:moveTo>
                    <a:pt x="1625866" y="1245196"/>
                  </a:moveTo>
                  <a:lnTo>
                    <a:pt x="38068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6399" y="5312537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4">
                  <a:moveTo>
                    <a:pt x="52666" y="0"/>
                  </a:moveTo>
                  <a:lnTo>
                    <a:pt x="1040625" y="0"/>
                  </a:lnTo>
                  <a:lnTo>
                    <a:pt x="1040625" y="987971"/>
                  </a:lnTo>
                </a:path>
                <a:path w="1040765" h="1040764">
                  <a:moveTo>
                    <a:pt x="0" y="434327"/>
                  </a:moveTo>
                  <a:lnTo>
                    <a:pt x="606323" y="434327"/>
                  </a:lnTo>
                  <a:lnTo>
                    <a:pt x="606323" y="10406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500" y="4606194"/>
              <a:ext cx="1754169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59739" y="3721100"/>
            <a:ext cx="1862455" cy="633730"/>
            <a:chOff x="559739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739" y="3721100"/>
              <a:ext cx="1419174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9739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3157601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613801" y="808991"/>
            <a:ext cx="51187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40660" algn="l"/>
              </a:tabLst>
            </a:pPr>
            <a:r>
              <a:rPr sz="4800" spc="-10" dirty="0"/>
              <a:t>Dictionary</a:t>
            </a:r>
            <a:r>
              <a:rPr sz="4800" dirty="0"/>
              <a:t>	</a:t>
            </a:r>
            <a:r>
              <a:rPr sz="4800" spc="70" dirty="0"/>
              <a:t>in</a:t>
            </a:r>
            <a:r>
              <a:rPr sz="4800" spc="-20" dirty="0"/>
              <a:t> </a:t>
            </a:r>
            <a:r>
              <a:rPr sz="4800" spc="-10" dirty="0"/>
              <a:t>Python</a:t>
            </a:r>
            <a:endParaRPr sz="4800" dirty="0"/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783114A5-1D60-AD34-7B54-73CD05950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FBC6-2A39-44AA-9511-827A95CC8AFC}" type="datetime1">
              <a:rPr lang="en-US" smtClean="0"/>
              <a:t>3/29/2026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F5C20FB3-6F3C-20AF-1655-9DC4D094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BFA8AF-C030-DF3B-9D9D-C8B4D381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13801" y="1954002"/>
            <a:ext cx="7798054" cy="307213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662417" y="2438145"/>
            <a:ext cx="8767573" cy="3800513"/>
            <a:chOff x="3186302" y="2771013"/>
            <a:chExt cx="8767573" cy="3800513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86302" y="2771013"/>
              <a:ext cx="1951609" cy="30365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64073" y="2918827"/>
              <a:ext cx="68580" cy="17780"/>
            </a:xfrm>
            <a:custGeom>
              <a:avLst/>
              <a:gdLst/>
              <a:ahLst/>
              <a:cxnLst/>
              <a:rect l="l" t="t" r="r" b="b"/>
              <a:pathLst>
                <a:path w="68579" h="17780">
                  <a:moveTo>
                    <a:pt x="68312" y="0"/>
                  </a:moveTo>
                  <a:lnTo>
                    <a:pt x="0" y="0"/>
                  </a:lnTo>
                  <a:lnTo>
                    <a:pt x="0" y="17412"/>
                  </a:lnTo>
                  <a:lnTo>
                    <a:pt x="68312" y="17412"/>
                  </a:lnTo>
                  <a:lnTo>
                    <a:pt x="68312" y="0"/>
                  </a:lnTo>
                  <a:close/>
                </a:path>
              </a:pathLst>
            </a:custGeom>
            <a:solidFill>
              <a:srgbClr val="00000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58053" y="2771013"/>
              <a:ext cx="2215261" cy="30365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80860" y="3005366"/>
              <a:ext cx="5073015" cy="3566160"/>
            </a:xfrm>
            <a:prstGeom prst="rect">
              <a:avLst/>
            </a:prstGeom>
          </p:spPr>
        </p:pic>
      </p:grpSp>
      <p:pic>
        <p:nvPicPr>
          <p:cNvPr id="26" name="Picture 2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053B0E4-5138-FAFE-69E1-0F998F8B07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743" y="3040693"/>
            <a:ext cx="3842319" cy="25253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30084" y="526923"/>
            <a:ext cx="1757045" cy="1753870"/>
            <a:chOff x="9930084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10016616" y="533273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37846"/>
                  </a:moveTo>
                  <a:lnTo>
                    <a:pt x="64261" y="1599438"/>
                  </a:lnTo>
                </a:path>
                <a:path w="1663700" h="1663064">
                  <a:moveTo>
                    <a:pt x="0" y="417575"/>
                  </a:moveTo>
                  <a:lnTo>
                    <a:pt x="1245234" y="1662684"/>
                  </a:lnTo>
                </a:path>
                <a:path w="1663700" h="1663064">
                  <a:moveTo>
                    <a:pt x="1610994" y="1040638"/>
                  </a:moveTo>
                  <a:lnTo>
                    <a:pt x="623188" y="1040638"/>
                  </a:lnTo>
                  <a:lnTo>
                    <a:pt x="623188" y="52704"/>
                  </a:lnTo>
                </a:path>
                <a:path w="1663700" h="1663064">
                  <a:moveTo>
                    <a:pt x="1663700" y="606298"/>
                  </a:moveTo>
                  <a:lnTo>
                    <a:pt x="1057402" y="606298"/>
                  </a:lnTo>
                  <a:lnTo>
                    <a:pt x="105740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0084" y="532606"/>
              <a:ext cx="1754201" cy="174772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9814814" y="2531998"/>
            <a:ext cx="1862455" cy="633730"/>
            <a:chOff x="9814814" y="2531998"/>
            <a:chExt cx="1862455" cy="6337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7790" y="2531998"/>
              <a:ext cx="1419225" cy="6333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814814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98639" y="637730"/>
            <a:ext cx="61137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Operations</a:t>
            </a:r>
            <a:r>
              <a:rPr sz="4800" spc="105" dirty="0"/>
              <a:t> </a:t>
            </a:r>
            <a:r>
              <a:rPr sz="4800" spc="70" dirty="0"/>
              <a:t>in</a:t>
            </a:r>
            <a:r>
              <a:rPr sz="4800" spc="105" dirty="0"/>
              <a:t> </a:t>
            </a:r>
            <a:r>
              <a:rPr sz="4800" spc="-10" dirty="0"/>
              <a:t>Dictionary</a:t>
            </a:r>
            <a:endParaRPr sz="4800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0E49F02-CB24-23F2-20C9-A23FBEADE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317A-A490-4921-8E50-66B80CCD4305}" type="datetime1">
              <a:rPr lang="en-US" smtClean="0"/>
              <a:t>3/29/2026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51CB1DC-44BE-F79F-F60C-EE24023D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3AA686E-9F5C-C4B8-72DF-DB976FACF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  <p:pic>
        <p:nvPicPr>
          <p:cNvPr id="20" name="Picture 1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6BC2C7D-1E6D-773C-0EC6-116892F873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03" y="1524000"/>
            <a:ext cx="4216400" cy="4620068"/>
          </a:xfrm>
          <a:prstGeom prst="rect">
            <a:avLst/>
          </a:prstGeom>
        </p:spPr>
      </p:pic>
      <p:pic>
        <p:nvPicPr>
          <p:cNvPr id="22" name="Picture 2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F836BFC-9AAA-EFD3-6009-2E756DE0CB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447" y="1903024"/>
            <a:ext cx="5351621" cy="31040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6B6BF-2CFD-429A-4409-6A409382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47" y="761441"/>
            <a:ext cx="11081105" cy="677108"/>
          </a:xfrm>
        </p:spPr>
        <p:txBody>
          <a:bodyPr>
            <a:normAutofit fontScale="90000"/>
          </a:bodyPr>
          <a:lstStyle/>
          <a:p>
            <a:r>
              <a:rPr lang="en-BD" dirty="0"/>
              <a:t>Important 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186CA-2736-393F-D748-3F6AA8345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9C588-E0F7-4245-AAE2-709F2AEE151D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E320E-7974-7086-9748-81E88690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D479E-C66D-096A-97C9-63510990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156D68-D373-9082-830E-765802AD3FB8}"/>
              </a:ext>
            </a:extLst>
          </p:cNvPr>
          <p:cNvSpPr/>
          <p:nvPr/>
        </p:nvSpPr>
        <p:spPr>
          <a:xfrm>
            <a:off x="762000" y="2209800"/>
            <a:ext cx="9753600" cy="3886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 is a collection which is ordered and changeable. Allows duplicate members.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 is a collection which is ordered and unchangeable. Allows duplicate members.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 is a collection which is unordered, unchangeable*, and unindexed. No duplicate members.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 is a collection which is ordered** and changeable. No duplicate members.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B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282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object 10"/>
          <p:cNvGrpSpPr/>
          <p:nvPr/>
        </p:nvGrpSpPr>
        <p:grpSpPr>
          <a:xfrm>
            <a:off x="9885636" y="3487959"/>
            <a:ext cx="1757045" cy="1753870"/>
            <a:chOff x="9885636" y="3487959"/>
            <a:chExt cx="1757045" cy="1753870"/>
          </a:xfrm>
        </p:grpSpPr>
        <p:sp>
          <p:nvSpPr>
            <p:cNvPr id="11" name="object 11"/>
            <p:cNvSpPr/>
            <p:nvPr/>
          </p:nvSpPr>
          <p:spPr>
            <a:xfrm>
              <a:off x="9972294" y="3572256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1624838"/>
                  </a:moveTo>
                  <a:lnTo>
                    <a:pt x="64134" y="63246"/>
                  </a:lnTo>
                </a:path>
                <a:path w="1663700" h="1663064">
                  <a:moveTo>
                    <a:pt x="0" y="1245235"/>
                  </a:moveTo>
                  <a:lnTo>
                    <a:pt x="1245107" y="0"/>
                  </a:lnTo>
                </a:path>
                <a:path w="1663700" h="1663064">
                  <a:moveTo>
                    <a:pt x="1610995" y="622173"/>
                  </a:moveTo>
                  <a:lnTo>
                    <a:pt x="623061" y="622173"/>
                  </a:lnTo>
                  <a:lnTo>
                    <a:pt x="623061" y="1610106"/>
                  </a:lnTo>
                </a:path>
                <a:path w="1663700" h="1663064">
                  <a:moveTo>
                    <a:pt x="1663573" y="1056386"/>
                  </a:moveTo>
                  <a:lnTo>
                    <a:pt x="1057275" y="1056386"/>
                  </a:lnTo>
                  <a:lnTo>
                    <a:pt x="1057275" y="166268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85636" y="3487959"/>
              <a:ext cx="1754200" cy="174764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0816590" y="5359400"/>
            <a:ext cx="819785" cy="940435"/>
            <a:chOff x="10816590" y="5359400"/>
            <a:chExt cx="819785" cy="94043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8875" y="5589193"/>
              <a:ext cx="317119" cy="7106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478641" y="5367400"/>
              <a:ext cx="0" cy="932815"/>
            </a:xfrm>
            <a:custGeom>
              <a:avLst/>
              <a:gdLst/>
              <a:ahLst/>
              <a:cxnLst/>
              <a:rect l="l" t="t" r="r" b="b"/>
              <a:pathLst>
                <a:path h="932814">
                  <a:moveTo>
                    <a:pt x="0" y="0"/>
                  </a:moveTo>
                  <a:lnTo>
                    <a:pt x="0" y="93242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2395" y="5522595"/>
              <a:ext cx="503151" cy="50314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822940" y="5365750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4">
                  <a:moveTo>
                    <a:pt x="659256" y="0"/>
                  </a:moveTo>
                  <a:lnTo>
                    <a:pt x="0" y="65935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42810" y="3487959"/>
            <a:ext cx="1757045" cy="1753870"/>
            <a:chOff x="542810" y="3487959"/>
            <a:chExt cx="1757045" cy="1753870"/>
          </a:xfrm>
        </p:grpSpPr>
        <p:sp>
          <p:nvSpPr>
            <p:cNvPr id="27" name="object 27"/>
            <p:cNvSpPr/>
            <p:nvPr/>
          </p:nvSpPr>
          <p:spPr>
            <a:xfrm>
              <a:off x="586981" y="3572256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1624838"/>
                  </a:moveTo>
                  <a:lnTo>
                    <a:pt x="1561604" y="63246"/>
                  </a:lnTo>
                </a:path>
                <a:path w="1626235" h="1624964">
                  <a:moveTo>
                    <a:pt x="1625866" y="1245235"/>
                  </a:moveTo>
                  <a:lnTo>
                    <a:pt x="38068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9160" y="4194429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4">
                  <a:moveTo>
                    <a:pt x="52666" y="0"/>
                  </a:moveTo>
                  <a:lnTo>
                    <a:pt x="1040625" y="0"/>
                  </a:lnTo>
                  <a:lnTo>
                    <a:pt x="1040625" y="987933"/>
                  </a:lnTo>
                </a:path>
                <a:path w="1040765" h="1040764">
                  <a:moveTo>
                    <a:pt x="0" y="434213"/>
                  </a:moveTo>
                  <a:lnTo>
                    <a:pt x="606323" y="434213"/>
                  </a:lnTo>
                  <a:lnTo>
                    <a:pt x="606323" y="104051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5261" y="3487959"/>
              <a:ext cx="1754169" cy="1747647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49046" y="5359400"/>
            <a:ext cx="819785" cy="940435"/>
            <a:chOff x="549046" y="5359400"/>
            <a:chExt cx="819785" cy="940435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046" y="5589193"/>
              <a:ext cx="317157" cy="71062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06437" y="5367400"/>
              <a:ext cx="0" cy="932815"/>
            </a:xfrm>
            <a:custGeom>
              <a:avLst/>
              <a:gdLst/>
              <a:ahLst/>
              <a:cxnLst/>
              <a:rect l="l" t="t" r="r" b="b"/>
              <a:pathLst>
                <a:path h="932814">
                  <a:moveTo>
                    <a:pt x="0" y="0"/>
                  </a:moveTo>
                  <a:lnTo>
                    <a:pt x="0" y="93242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575" y="5522595"/>
              <a:ext cx="503166" cy="50314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02843" y="5365750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4">
                  <a:moveTo>
                    <a:pt x="0" y="0"/>
                  </a:moveTo>
                  <a:lnTo>
                    <a:pt x="659358" y="65935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5825997" y="43775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3810000" y="2008672"/>
            <a:ext cx="47828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/>
              <a:t>For</a:t>
            </a:r>
            <a:r>
              <a:rPr sz="4800" b="1" spc="-170" dirty="0"/>
              <a:t> </a:t>
            </a:r>
            <a:r>
              <a:rPr sz="4800" b="1" dirty="0"/>
              <a:t>Loop</a:t>
            </a:r>
            <a:r>
              <a:rPr sz="4800" b="1" spc="-155" dirty="0"/>
              <a:t> </a:t>
            </a:r>
            <a:r>
              <a:rPr sz="4800" b="1" spc="70" dirty="0"/>
              <a:t>in</a:t>
            </a:r>
            <a:r>
              <a:rPr sz="4800" b="1" spc="-170" dirty="0"/>
              <a:t> </a:t>
            </a:r>
            <a:r>
              <a:rPr sz="4800" b="1" spc="-10" dirty="0"/>
              <a:t>Python</a:t>
            </a:r>
            <a:endParaRPr sz="4800" b="1" dirty="0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2B4EA6E9-41CB-7CA0-5F3C-3CB4D5B8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65D63-BA33-4F32-AE4E-6924A16484B0}" type="datetime1">
              <a:rPr lang="en-US" smtClean="0"/>
              <a:t>3/29/2026</a:t>
            </a:fld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28CF9520-3970-DC0F-554E-C9CB15C7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3E75E7DD-11F5-A401-F5B5-7A2711CF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64676" y="3021302"/>
            <a:ext cx="4352671" cy="18948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C2FAB8C-874C-B49D-C851-83E253380F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542" y="1655947"/>
            <a:ext cx="10142941" cy="1465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30084" y="526923"/>
            <a:ext cx="1757045" cy="1753870"/>
            <a:chOff x="9930084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10016616" y="533273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37846"/>
                  </a:moveTo>
                  <a:lnTo>
                    <a:pt x="64261" y="1599438"/>
                  </a:lnTo>
                </a:path>
                <a:path w="1663700" h="1663064">
                  <a:moveTo>
                    <a:pt x="0" y="417575"/>
                  </a:moveTo>
                  <a:lnTo>
                    <a:pt x="1245234" y="1662684"/>
                  </a:lnTo>
                </a:path>
                <a:path w="1663700" h="1663064">
                  <a:moveTo>
                    <a:pt x="1610994" y="1040638"/>
                  </a:moveTo>
                  <a:lnTo>
                    <a:pt x="623188" y="1040638"/>
                  </a:lnTo>
                  <a:lnTo>
                    <a:pt x="623188" y="52704"/>
                  </a:lnTo>
                </a:path>
                <a:path w="1663700" h="1663064">
                  <a:moveTo>
                    <a:pt x="1663700" y="606298"/>
                  </a:moveTo>
                  <a:lnTo>
                    <a:pt x="1057402" y="606298"/>
                  </a:lnTo>
                  <a:lnTo>
                    <a:pt x="105740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0084" y="532606"/>
              <a:ext cx="1754201" cy="174772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9814814" y="2531998"/>
            <a:ext cx="1862455" cy="633730"/>
            <a:chOff x="9814814" y="2531998"/>
            <a:chExt cx="1862455" cy="6337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7790" y="2531998"/>
              <a:ext cx="1419225" cy="6333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814814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-34164" y="2364626"/>
            <a:ext cx="11660505" cy="3795395"/>
            <a:chOff x="1" y="2662935"/>
            <a:chExt cx="11660505" cy="379539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1152" y="3721099"/>
              <a:ext cx="1419225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98176" y="4035424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353" y="2662935"/>
              <a:ext cx="3683622" cy="28524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" y="2857499"/>
              <a:ext cx="9909809" cy="360045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52919" y="143950"/>
            <a:ext cx="10058400" cy="14507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/>
              <a:t>Iterating</a:t>
            </a:r>
            <a:r>
              <a:rPr sz="4800" spc="-245" dirty="0"/>
              <a:t> </a:t>
            </a:r>
            <a:r>
              <a:rPr sz="4800" spc="-20" dirty="0"/>
              <a:t>Items</a:t>
            </a:r>
            <a:r>
              <a:rPr sz="4800" spc="-240" dirty="0"/>
              <a:t> </a:t>
            </a:r>
            <a:r>
              <a:rPr sz="4800" dirty="0"/>
              <a:t>with</a:t>
            </a:r>
            <a:r>
              <a:rPr sz="4800" spc="-240" dirty="0"/>
              <a:t> </a:t>
            </a:r>
            <a:r>
              <a:rPr sz="4800" dirty="0"/>
              <a:t>For</a:t>
            </a:r>
            <a:r>
              <a:rPr sz="4800" spc="-240" dirty="0"/>
              <a:t> </a:t>
            </a:r>
            <a:r>
              <a:rPr sz="4800" spc="-20" dirty="0"/>
              <a:t>Loop</a:t>
            </a:r>
            <a:endParaRPr sz="4800" dirty="0"/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7F95481-812E-FBDD-FBE2-94C604075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926C-7B56-494D-AA8C-C98200230E5F}" type="datetime1">
              <a:rPr lang="en-US" smtClean="0"/>
              <a:t>3/29/2026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78513F31-3817-55C1-F13A-7B39D2570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0E70963-4817-E2DD-D950-64B684CDF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1077" y="1896016"/>
            <a:ext cx="2833636" cy="303656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3569551" y="1904300"/>
            <a:ext cx="5171440" cy="307340"/>
            <a:chOff x="3554984" y="2165476"/>
            <a:chExt cx="5171440" cy="307340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54984" y="2171699"/>
              <a:ext cx="1246203" cy="2326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41875" y="2165476"/>
              <a:ext cx="3884295" cy="30721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30084" y="526923"/>
            <a:ext cx="1757045" cy="1753870"/>
            <a:chOff x="9930084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10016616" y="533273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1625853" y="37846"/>
                  </a:moveTo>
                  <a:lnTo>
                    <a:pt x="64261" y="1599438"/>
                  </a:lnTo>
                </a:path>
                <a:path w="1663700" h="1663064">
                  <a:moveTo>
                    <a:pt x="0" y="417575"/>
                  </a:moveTo>
                  <a:lnTo>
                    <a:pt x="1245234" y="1662684"/>
                  </a:lnTo>
                </a:path>
                <a:path w="1663700" h="1663064">
                  <a:moveTo>
                    <a:pt x="1610994" y="1040638"/>
                  </a:moveTo>
                  <a:lnTo>
                    <a:pt x="623188" y="1040638"/>
                  </a:lnTo>
                  <a:lnTo>
                    <a:pt x="623188" y="52704"/>
                  </a:lnTo>
                </a:path>
                <a:path w="1663700" h="1663064">
                  <a:moveTo>
                    <a:pt x="1663700" y="606298"/>
                  </a:moveTo>
                  <a:lnTo>
                    <a:pt x="1057402" y="606298"/>
                  </a:lnTo>
                  <a:lnTo>
                    <a:pt x="105740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0084" y="532606"/>
              <a:ext cx="1754201" cy="174772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9814814" y="2531998"/>
            <a:ext cx="1862455" cy="633730"/>
            <a:chOff x="9814814" y="2531998"/>
            <a:chExt cx="1862455" cy="6337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7790" y="2531998"/>
              <a:ext cx="1419225" cy="6333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814814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68159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913447" y="4606194"/>
            <a:ext cx="1757045" cy="1753870"/>
            <a:chOff x="9913447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10064241" y="4753737"/>
              <a:ext cx="1562100" cy="1562100"/>
            </a:xfrm>
            <a:custGeom>
              <a:avLst/>
              <a:gdLst/>
              <a:ahLst/>
              <a:cxnLst/>
              <a:rect l="l" t="t" r="r" b="b"/>
              <a:pathLst>
                <a:path w="1562100" h="1562100">
                  <a:moveTo>
                    <a:pt x="1561591" y="156163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979" y="4690491"/>
              <a:ext cx="1663700" cy="1663064"/>
            </a:xfrm>
            <a:custGeom>
              <a:avLst/>
              <a:gdLst/>
              <a:ahLst/>
              <a:cxnLst/>
              <a:rect l="l" t="t" r="r" b="b"/>
              <a:pathLst>
                <a:path w="1663700" h="1663064">
                  <a:moveTo>
                    <a:pt x="0" y="1245196"/>
                  </a:moveTo>
                  <a:lnTo>
                    <a:pt x="1245235" y="0"/>
                  </a:lnTo>
                </a:path>
                <a:path w="1663700" h="1663064">
                  <a:moveTo>
                    <a:pt x="1610995" y="622045"/>
                  </a:moveTo>
                  <a:lnTo>
                    <a:pt x="623189" y="622045"/>
                  </a:lnTo>
                  <a:lnTo>
                    <a:pt x="623189" y="1610017"/>
                  </a:lnTo>
                </a:path>
                <a:path w="1663700" h="1663064">
                  <a:moveTo>
                    <a:pt x="1663700" y="1056373"/>
                  </a:moveTo>
                  <a:lnTo>
                    <a:pt x="1057402" y="1056373"/>
                  </a:lnTo>
                  <a:lnTo>
                    <a:pt x="1057402" y="166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13447" y="4606194"/>
              <a:ext cx="1754201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9798177" y="3721100"/>
            <a:ext cx="1862455" cy="633730"/>
            <a:chOff x="9798177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1153" y="3721100"/>
              <a:ext cx="1419225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98177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5" dirty="0"/>
              <a:t>Looping</a:t>
            </a:r>
            <a:r>
              <a:rPr sz="4800" spc="-120" dirty="0"/>
              <a:t> </a:t>
            </a:r>
            <a:r>
              <a:rPr sz="4800" spc="70" dirty="0"/>
              <a:t>in</a:t>
            </a:r>
            <a:r>
              <a:rPr sz="4800" spc="-125" dirty="0"/>
              <a:t> </a:t>
            </a:r>
            <a:r>
              <a:rPr sz="4800" spc="-20" dirty="0"/>
              <a:t>Dictionary</a:t>
            </a:r>
            <a:endParaRPr sz="480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286282E-BC82-4791-5754-C9403EE9C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832CC-6EE0-4C44-ABC7-87396CD0615D}" type="datetime1">
              <a:rPr lang="en-US" smtClean="0"/>
              <a:t>3/29/2026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A7F520E3-6065-2403-36AE-03CC40A6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F00833A-05C3-665B-4F8A-3BE0C2487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505388"/>
            <a:ext cx="8625331" cy="495439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686" y="526923"/>
            <a:ext cx="1757045" cy="1753870"/>
            <a:chOff x="566686" y="526923"/>
            <a:chExt cx="1757045" cy="1753870"/>
          </a:xfrm>
        </p:grpSpPr>
        <p:sp>
          <p:nvSpPr>
            <p:cNvPr id="3" name="object 3"/>
            <p:cNvSpPr/>
            <p:nvPr/>
          </p:nvSpPr>
          <p:spPr>
            <a:xfrm>
              <a:off x="610869" y="571119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0"/>
                  </a:moveTo>
                  <a:lnTo>
                    <a:pt x="1561592" y="1561591"/>
                  </a:lnTo>
                </a:path>
                <a:path w="1626235" h="1624964">
                  <a:moveTo>
                    <a:pt x="1625854" y="379729"/>
                  </a:moveTo>
                  <a:lnTo>
                    <a:pt x="380682" y="162483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3036" y="533273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5">
                  <a:moveTo>
                    <a:pt x="52679" y="1040638"/>
                  </a:moveTo>
                  <a:lnTo>
                    <a:pt x="1040625" y="1040638"/>
                  </a:lnTo>
                  <a:lnTo>
                    <a:pt x="1040625" y="52704"/>
                  </a:lnTo>
                </a:path>
                <a:path w="1040765" h="1040765">
                  <a:moveTo>
                    <a:pt x="0" y="606298"/>
                  </a:moveTo>
                  <a:lnTo>
                    <a:pt x="606323" y="606298"/>
                  </a:lnTo>
                  <a:lnTo>
                    <a:pt x="60632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140" y="532606"/>
              <a:ext cx="1754166" cy="174772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76389" y="2531998"/>
            <a:ext cx="1862455" cy="633730"/>
            <a:chOff x="576389" y="2531998"/>
            <a:chExt cx="1862455" cy="6337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389" y="2531998"/>
              <a:ext cx="1419161" cy="633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6389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50049" y="4606194"/>
            <a:ext cx="1757045" cy="1753870"/>
            <a:chOff x="550049" y="4606194"/>
            <a:chExt cx="1757045" cy="1753870"/>
          </a:xfrm>
        </p:grpSpPr>
        <p:sp>
          <p:nvSpPr>
            <p:cNvPr id="10" name="object 10"/>
            <p:cNvSpPr/>
            <p:nvPr/>
          </p:nvSpPr>
          <p:spPr>
            <a:xfrm>
              <a:off x="594220" y="4690491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1624876"/>
                  </a:moveTo>
                  <a:lnTo>
                    <a:pt x="1561604" y="63245"/>
                  </a:lnTo>
                </a:path>
                <a:path w="1626235" h="1624964">
                  <a:moveTo>
                    <a:pt x="1625866" y="1245196"/>
                  </a:moveTo>
                  <a:lnTo>
                    <a:pt x="38068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6399" y="5312537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4">
                  <a:moveTo>
                    <a:pt x="52666" y="0"/>
                  </a:moveTo>
                  <a:lnTo>
                    <a:pt x="1040625" y="0"/>
                  </a:lnTo>
                  <a:lnTo>
                    <a:pt x="1040625" y="987971"/>
                  </a:lnTo>
                </a:path>
                <a:path w="1040765" h="1040764">
                  <a:moveTo>
                    <a:pt x="0" y="434327"/>
                  </a:moveTo>
                  <a:lnTo>
                    <a:pt x="606323" y="434327"/>
                  </a:lnTo>
                  <a:lnTo>
                    <a:pt x="606323" y="10406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500" y="4606194"/>
              <a:ext cx="1754169" cy="174762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59739" y="3721100"/>
            <a:ext cx="1862455" cy="633730"/>
            <a:chOff x="559739" y="3721100"/>
            <a:chExt cx="1862455" cy="63373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739" y="3721100"/>
              <a:ext cx="1419174" cy="6334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9739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69140" y="1542852"/>
            <a:ext cx="9216390" cy="4911090"/>
            <a:chOff x="2661666" y="1669148"/>
            <a:chExt cx="9216390" cy="4911090"/>
          </a:xfrm>
        </p:grpSpPr>
        <p:sp>
          <p:nvSpPr>
            <p:cNvPr id="17" name="object 17"/>
            <p:cNvSpPr/>
            <p:nvPr/>
          </p:nvSpPr>
          <p:spPr>
            <a:xfrm>
              <a:off x="3157601" y="1799463"/>
              <a:ext cx="540385" cy="0"/>
            </a:xfrm>
            <a:custGeom>
              <a:avLst/>
              <a:gdLst/>
              <a:ahLst/>
              <a:cxnLst/>
              <a:rect l="l" t="t" r="r" b="b"/>
              <a:pathLst>
                <a:path w="540385">
                  <a:moveTo>
                    <a:pt x="0" y="0"/>
                  </a:moveTo>
                  <a:lnTo>
                    <a:pt x="54000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1666" y="1669148"/>
              <a:ext cx="9215882" cy="4910836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-1331214" y="195952"/>
            <a:ext cx="10058400" cy="14507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2230">
              <a:lnSpc>
                <a:spcPct val="100000"/>
              </a:lnSpc>
              <a:spcBef>
                <a:spcPts val="100"/>
              </a:spcBef>
            </a:pPr>
            <a:r>
              <a:rPr sz="4800" spc="-60" dirty="0"/>
              <a:t>Range</a:t>
            </a:r>
            <a:r>
              <a:rPr sz="4800" spc="-145" dirty="0"/>
              <a:t> </a:t>
            </a:r>
            <a:r>
              <a:rPr sz="4800" spc="70" dirty="0"/>
              <a:t>in</a:t>
            </a:r>
            <a:r>
              <a:rPr sz="4800" spc="-145" dirty="0"/>
              <a:t> </a:t>
            </a:r>
            <a:r>
              <a:rPr sz="4800" dirty="0"/>
              <a:t>For</a:t>
            </a:r>
            <a:r>
              <a:rPr sz="4800" spc="-135" dirty="0"/>
              <a:t> </a:t>
            </a:r>
            <a:r>
              <a:rPr sz="4800" spc="-20" dirty="0"/>
              <a:t>Loop</a:t>
            </a:r>
            <a:endParaRPr sz="4800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0282E1D6-8034-3A19-29FB-2FB98EFD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4437-D539-42D5-9A60-C1788C9937E7}" type="datetime1">
              <a:rPr lang="en-US" smtClean="0"/>
              <a:t>3/29/2026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6E8F0850-E5AB-0710-14E8-D94CCBA4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C1095EE-119E-0FEC-8686-88A306BBB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890517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049655" y="286603"/>
            <a:ext cx="10761345" cy="1450757"/>
          </a:xfrm>
          <a:prstGeom prst="rect">
            <a:avLst/>
          </a:prstGeom>
        </p:spPr>
        <p:txBody>
          <a:bodyPr vert="horz" wrap="square" lIns="0" tIns="75818" rIns="0" bIns="0" rtlCol="0">
            <a:noAutofit/>
          </a:bodyPr>
          <a:lstStyle/>
          <a:p>
            <a:pPr marL="333502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Some</a:t>
            </a:r>
            <a:r>
              <a:rPr spc="-145" dirty="0"/>
              <a:t> </a:t>
            </a:r>
            <a:r>
              <a:rPr spc="-60" dirty="0"/>
              <a:t>Practice</a:t>
            </a:r>
            <a:r>
              <a:rPr spc="-145" dirty="0"/>
              <a:t> </a:t>
            </a:r>
            <a:r>
              <a:rPr spc="-45" dirty="0"/>
              <a:t>Problems</a:t>
            </a:r>
            <a:r>
              <a:rPr spc="-155" dirty="0"/>
              <a:t> </a:t>
            </a:r>
            <a:r>
              <a:rPr spc="65" dirty="0"/>
              <a:t>in</a:t>
            </a:r>
            <a:r>
              <a:rPr spc="-135" dirty="0"/>
              <a:t> </a:t>
            </a:r>
            <a:r>
              <a:rPr spc="-10" dirty="0"/>
              <a:t>Python</a:t>
            </a:r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961861D4-1AF0-B58E-CFE8-11A491B1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BBB69-A617-4FDB-9992-0D3586F457AD}" type="datetime1">
              <a:rPr lang="en-US" smtClean="0"/>
              <a:t>3/29/2026</a:t>
            </a:fld>
            <a:endParaRPr lang="en-US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92F5ACEA-4A08-8F07-AF07-23A16759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AC2DB6B1-C35E-F896-39AE-41A11B170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  <p:sp>
        <p:nvSpPr>
          <p:cNvPr id="21" name="object 21"/>
          <p:cNvSpPr txBox="1"/>
          <p:nvPr/>
        </p:nvSpPr>
        <p:spPr>
          <a:xfrm>
            <a:off x="3878326" y="2137409"/>
            <a:ext cx="121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8FA2A2"/>
                </a:solidFill>
                <a:latin typeface="Wingdings"/>
                <a:cs typeface="Wingdings"/>
              </a:rPr>
              <a:t></a:t>
            </a:r>
            <a:endParaRPr sz="2400">
              <a:latin typeface="Wingdings"/>
              <a:cs typeface="Wingdings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3009" y="2768980"/>
            <a:ext cx="5270881" cy="27673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8884" y="2223897"/>
            <a:ext cx="5814948" cy="30365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61739" y="3321177"/>
            <a:ext cx="2170557" cy="234187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3878326" y="4586427"/>
            <a:ext cx="1212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8FA2A2"/>
                </a:solidFill>
                <a:latin typeface="Wingdings"/>
                <a:cs typeface="Wingdings"/>
              </a:rPr>
              <a:t></a:t>
            </a:r>
            <a:endParaRPr sz="2400">
              <a:latin typeface="Wingdings"/>
              <a:cs typeface="Wingdings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78884" y="4672965"/>
            <a:ext cx="6163564" cy="30365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53865" y="5218048"/>
            <a:ext cx="4301617" cy="23952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76344" y="5766574"/>
            <a:ext cx="5595620" cy="30732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90517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44914" y="349631"/>
            <a:ext cx="2978150" cy="2976880"/>
            <a:chOff x="544914" y="349631"/>
            <a:chExt cx="2978150" cy="2976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2564" y="355981"/>
              <a:ext cx="1893811" cy="18928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3732" y="894842"/>
              <a:ext cx="1893909" cy="18928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4405" y="401322"/>
              <a:ext cx="1006756" cy="10067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914" y="374142"/>
              <a:ext cx="2971461" cy="29522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78762" y="355981"/>
              <a:ext cx="1737995" cy="1737995"/>
            </a:xfrm>
            <a:custGeom>
              <a:avLst/>
              <a:gdLst/>
              <a:ahLst/>
              <a:cxnLst/>
              <a:rect l="l" t="t" r="r" b="b"/>
              <a:pathLst>
                <a:path w="1737995" h="1737995">
                  <a:moveTo>
                    <a:pt x="0" y="0"/>
                  </a:moveTo>
                  <a:lnTo>
                    <a:pt x="367030" y="1370711"/>
                  </a:lnTo>
                </a:path>
                <a:path w="1737995" h="1737995">
                  <a:moveTo>
                    <a:pt x="367030" y="1370711"/>
                  </a:moveTo>
                  <a:lnTo>
                    <a:pt x="1737614" y="173774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5002" y="403225"/>
              <a:ext cx="2714625" cy="2714625"/>
            </a:xfrm>
            <a:custGeom>
              <a:avLst/>
              <a:gdLst/>
              <a:ahLst/>
              <a:cxnLst/>
              <a:rect l="l" t="t" r="r" b="b"/>
              <a:pathLst>
                <a:path w="2714625" h="2714625">
                  <a:moveTo>
                    <a:pt x="0" y="2714244"/>
                  </a:moveTo>
                  <a:lnTo>
                    <a:pt x="271425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1116" y="894842"/>
              <a:ext cx="2277110" cy="2276475"/>
            </a:xfrm>
            <a:custGeom>
              <a:avLst/>
              <a:gdLst/>
              <a:ahLst/>
              <a:cxnLst/>
              <a:rect l="l" t="t" r="r" b="b"/>
              <a:pathLst>
                <a:path w="2277110" h="2276475">
                  <a:moveTo>
                    <a:pt x="538822" y="0"/>
                  </a:moveTo>
                  <a:lnTo>
                    <a:pt x="905941" y="1370584"/>
                  </a:lnTo>
                </a:path>
                <a:path w="2277110" h="2276475">
                  <a:moveTo>
                    <a:pt x="905941" y="1370584"/>
                  </a:moveTo>
                  <a:lnTo>
                    <a:pt x="2276525" y="1737741"/>
                  </a:lnTo>
                </a:path>
                <a:path w="2277110" h="2276475">
                  <a:moveTo>
                    <a:pt x="0" y="538861"/>
                  </a:moveTo>
                  <a:lnTo>
                    <a:pt x="367068" y="1909445"/>
                  </a:lnTo>
                </a:path>
                <a:path w="2277110" h="2276475">
                  <a:moveTo>
                    <a:pt x="367068" y="1909445"/>
                  </a:moveTo>
                  <a:lnTo>
                    <a:pt x="1737664" y="227647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3878326" y="823925"/>
            <a:ext cx="37496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Practice</a:t>
            </a:r>
            <a:r>
              <a:rPr spc="-204" dirty="0"/>
              <a:t> </a:t>
            </a:r>
            <a:r>
              <a:rPr spc="-10" dirty="0"/>
              <a:t>Problem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7A287667-2C23-DA9D-4105-208F5743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9404A-8906-4B16-82A8-8159840C284C}" type="datetime1">
              <a:rPr lang="en-US" smtClean="0"/>
              <a:t>3/29/2026</a:t>
            </a:fld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DB8B2B90-4CB8-B162-F03F-EE824048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AE3E02EF-B5AD-C575-4204-672DC82A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90517" y="2899029"/>
            <a:ext cx="5571998" cy="30365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95090" y="2223897"/>
            <a:ext cx="3544569" cy="30365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94201" y="4124325"/>
            <a:ext cx="6229731" cy="30365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79" y="3531742"/>
            <a:ext cx="1305560" cy="21958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98391" y="4672965"/>
            <a:ext cx="5588762" cy="30365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907663" y="5221604"/>
            <a:ext cx="6446139" cy="30365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898391" y="5766574"/>
            <a:ext cx="4402328" cy="2378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90517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44914" y="349631"/>
            <a:ext cx="2978150" cy="2976880"/>
            <a:chOff x="544914" y="349631"/>
            <a:chExt cx="2978150" cy="2976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2564" y="355981"/>
              <a:ext cx="1893811" cy="18928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3732" y="894842"/>
              <a:ext cx="1893909" cy="18928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4405" y="401322"/>
              <a:ext cx="1006756" cy="10067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914" y="374142"/>
              <a:ext cx="2971461" cy="29522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78762" y="355981"/>
              <a:ext cx="1737995" cy="1737995"/>
            </a:xfrm>
            <a:custGeom>
              <a:avLst/>
              <a:gdLst/>
              <a:ahLst/>
              <a:cxnLst/>
              <a:rect l="l" t="t" r="r" b="b"/>
              <a:pathLst>
                <a:path w="1737995" h="1737995">
                  <a:moveTo>
                    <a:pt x="0" y="0"/>
                  </a:moveTo>
                  <a:lnTo>
                    <a:pt x="367030" y="1370711"/>
                  </a:lnTo>
                </a:path>
                <a:path w="1737995" h="1737995">
                  <a:moveTo>
                    <a:pt x="367030" y="1370711"/>
                  </a:moveTo>
                  <a:lnTo>
                    <a:pt x="1737614" y="173774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5002" y="403225"/>
              <a:ext cx="2714625" cy="2714625"/>
            </a:xfrm>
            <a:custGeom>
              <a:avLst/>
              <a:gdLst/>
              <a:ahLst/>
              <a:cxnLst/>
              <a:rect l="l" t="t" r="r" b="b"/>
              <a:pathLst>
                <a:path w="2714625" h="2714625">
                  <a:moveTo>
                    <a:pt x="0" y="2714244"/>
                  </a:moveTo>
                  <a:lnTo>
                    <a:pt x="271425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1116" y="894842"/>
              <a:ext cx="2277110" cy="2276475"/>
            </a:xfrm>
            <a:custGeom>
              <a:avLst/>
              <a:gdLst/>
              <a:ahLst/>
              <a:cxnLst/>
              <a:rect l="l" t="t" r="r" b="b"/>
              <a:pathLst>
                <a:path w="2277110" h="2276475">
                  <a:moveTo>
                    <a:pt x="538822" y="0"/>
                  </a:moveTo>
                  <a:lnTo>
                    <a:pt x="905941" y="1370584"/>
                  </a:lnTo>
                </a:path>
                <a:path w="2277110" h="2276475">
                  <a:moveTo>
                    <a:pt x="905941" y="1370584"/>
                  </a:moveTo>
                  <a:lnTo>
                    <a:pt x="2276525" y="1737741"/>
                  </a:lnTo>
                </a:path>
                <a:path w="2277110" h="2276475">
                  <a:moveTo>
                    <a:pt x="0" y="538861"/>
                  </a:moveTo>
                  <a:lnTo>
                    <a:pt x="367068" y="1909445"/>
                  </a:lnTo>
                </a:path>
                <a:path w="2277110" h="2276475">
                  <a:moveTo>
                    <a:pt x="367068" y="1909445"/>
                  </a:moveTo>
                  <a:lnTo>
                    <a:pt x="1737664" y="227647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78589" y="3566965"/>
            <a:ext cx="2978150" cy="2976880"/>
            <a:chOff x="578589" y="3566965"/>
            <a:chExt cx="2978150" cy="297688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6219" y="4644586"/>
              <a:ext cx="1893938" cy="18928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7404" y="4105766"/>
              <a:ext cx="1893892" cy="18927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8060" y="5485353"/>
              <a:ext cx="1006756" cy="100677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8589" y="3566965"/>
              <a:ext cx="2971568" cy="295228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12417" y="4799710"/>
              <a:ext cx="1737995" cy="1737995"/>
            </a:xfrm>
            <a:custGeom>
              <a:avLst/>
              <a:gdLst/>
              <a:ahLst/>
              <a:cxnLst/>
              <a:rect l="l" t="t" r="r" b="b"/>
              <a:pathLst>
                <a:path w="1737995" h="1737995">
                  <a:moveTo>
                    <a:pt x="0" y="1737677"/>
                  </a:moveTo>
                  <a:lnTo>
                    <a:pt x="367030" y="367030"/>
                  </a:lnTo>
                </a:path>
                <a:path w="1737995" h="1737995">
                  <a:moveTo>
                    <a:pt x="367030" y="367030"/>
                  </a:moveTo>
                  <a:lnTo>
                    <a:pt x="173774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8682" y="3775963"/>
              <a:ext cx="2714625" cy="2714625"/>
            </a:xfrm>
            <a:custGeom>
              <a:avLst/>
              <a:gdLst/>
              <a:ahLst/>
              <a:cxnLst/>
              <a:rect l="l" t="t" r="r" b="b"/>
              <a:pathLst>
                <a:path w="2714625" h="2714625">
                  <a:moveTo>
                    <a:pt x="0" y="0"/>
                  </a:moveTo>
                  <a:lnTo>
                    <a:pt x="2714231" y="271426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4796" y="3722115"/>
              <a:ext cx="2277110" cy="2276475"/>
            </a:xfrm>
            <a:custGeom>
              <a:avLst/>
              <a:gdLst/>
              <a:ahLst/>
              <a:cxnLst/>
              <a:rect l="l" t="t" r="r" b="b"/>
              <a:pathLst>
                <a:path w="2277110" h="2276475">
                  <a:moveTo>
                    <a:pt x="538759" y="2276449"/>
                  </a:moveTo>
                  <a:lnTo>
                    <a:pt x="905916" y="905890"/>
                  </a:lnTo>
                </a:path>
                <a:path w="2277110" h="2276475">
                  <a:moveTo>
                    <a:pt x="905916" y="905890"/>
                  </a:moveTo>
                  <a:lnTo>
                    <a:pt x="2276500" y="538733"/>
                  </a:lnTo>
                </a:path>
                <a:path w="2277110" h="2276475">
                  <a:moveTo>
                    <a:pt x="0" y="1737613"/>
                  </a:moveTo>
                  <a:lnTo>
                    <a:pt x="367068" y="367029"/>
                  </a:lnTo>
                </a:path>
                <a:path w="2277110" h="2276475">
                  <a:moveTo>
                    <a:pt x="367068" y="367029"/>
                  </a:moveTo>
                  <a:lnTo>
                    <a:pt x="1737639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3878326" y="823925"/>
            <a:ext cx="37496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Practice</a:t>
            </a:r>
            <a:r>
              <a:rPr spc="-204" dirty="0"/>
              <a:t> </a:t>
            </a:r>
            <a:r>
              <a:rPr spc="-10" dirty="0"/>
              <a:t>Problem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196C593B-0289-2383-73F1-B76F86D2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4855C-9FEB-4E30-960E-BB8FF5D678D9}" type="datetime1">
              <a:rPr lang="en-US" smtClean="0"/>
              <a:t>3/29/2026</a:t>
            </a:fld>
            <a:endParaRPr lang="en-US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9716E64F-5251-B176-3EC7-D0881D3F1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260A88D-2957-F911-272A-EC9C95C75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95090" y="2223897"/>
            <a:ext cx="2028189" cy="2359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90517" y="2899029"/>
            <a:ext cx="6528815" cy="23596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891660" y="3444113"/>
            <a:ext cx="6291071" cy="23774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914013" y="3996309"/>
            <a:ext cx="6217666" cy="30365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02075" y="4544948"/>
            <a:ext cx="6284341" cy="30365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907663" y="5093589"/>
            <a:ext cx="5677789" cy="30365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443466" y="29805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4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537933" y="5646572"/>
            <a:ext cx="672465" cy="672465"/>
            <a:chOff x="537933" y="5646572"/>
            <a:chExt cx="672465" cy="67246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3730" y="5652292"/>
              <a:ext cx="503129" cy="50312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44283" y="5652922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4">
                  <a:moveTo>
                    <a:pt x="659307" y="65930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3429000" y="2974150"/>
            <a:ext cx="579120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dirty="0"/>
              <a:t>Thank</a:t>
            </a:r>
            <a:r>
              <a:rPr sz="9600" spc="95" dirty="0"/>
              <a:t> </a:t>
            </a:r>
            <a:r>
              <a:rPr sz="9600" spc="-75" dirty="0"/>
              <a:t>you</a:t>
            </a:r>
            <a:endParaRPr sz="9600" dirty="0"/>
          </a:p>
        </p:txBody>
      </p:sp>
      <p:sp>
        <p:nvSpPr>
          <p:cNvPr id="51" name="Date Placeholder 50">
            <a:extLst>
              <a:ext uri="{FF2B5EF4-FFF2-40B4-BE49-F238E27FC236}">
                <a16:creationId xmlns:a16="http://schemas.microsoft.com/office/drawing/2014/main" id="{CEBBDB5C-FA24-CE77-E138-A86AE504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63E2A-1722-450F-A79D-126A8D266AC2}" type="datetime1">
              <a:rPr lang="en-US" smtClean="0">
                <a:solidFill>
                  <a:schemeClr val="tx1"/>
                </a:solidFill>
              </a:rPr>
              <a:t>3/29/2026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6B38EED0-F2D2-DFE0-0A1E-4B033360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Md. Manirujjaman</a:t>
            </a:r>
          </a:p>
        </p:txBody>
      </p: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C166C5D4-8A84-F33D-E5AB-5BE061D84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t>26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1875</TotalTime>
  <Words>862</Words>
  <Application>Microsoft Office PowerPoint</Application>
  <PresentationFormat>Widescreen</PresentationFormat>
  <Paragraphs>271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Nunito</vt:lpstr>
      <vt:lpstr>Tahoma</vt:lpstr>
      <vt:lpstr>Times New Roman</vt:lpstr>
      <vt:lpstr>Wingdings</vt:lpstr>
      <vt:lpstr>Retrospect</vt:lpstr>
      <vt:lpstr>Agenda</vt:lpstr>
      <vt:lpstr>List &amp;Tuple in Python</vt:lpstr>
      <vt:lpstr>Update Value of List in Python</vt:lpstr>
      <vt:lpstr>List &amp;Tuple Slicing in Python</vt:lpstr>
      <vt:lpstr>Operators on List &amp; Tuple in Python</vt:lpstr>
      <vt:lpstr>Unpacking List &amp;Tuple in Python</vt:lpstr>
      <vt:lpstr>List &amp; Tuple Compare in Python</vt:lpstr>
      <vt:lpstr>List Methods in Python</vt:lpstr>
      <vt:lpstr>List Methods in Python</vt:lpstr>
      <vt:lpstr>List Methods in Python</vt:lpstr>
      <vt:lpstr>List Methods in Python</vt:lpstr>
      <vt:lpstr>2D List (Matrix) in Python</vt:lpstr>
      <vt:lpstr>Tuples in Python</vt:lpstr>
      <vt:lpstr>Sets in Python</vt:lpstr>
      <vt:lpstr>Set Operations in Python</vt:lpstr>
      <vt:lpstr>Dictionary in Python</vt:lpstr>
      <vt:lpstr>Operations in Dictionary</vt:lpstr>
      <vt:lpstr>Important Notes</vt:lpstr>
      <vt:lpstr>For Loop in Python</vt:lpstr>
      <vt:lpstr>Iterating Items with For Loop</vt:lpstr>
      <vt:lpstr>Looping in Dictionary</vt:lpstr>
      <vt:lpstr>Range in For Loop</vt:lpstr>
      <vt:lpstr>Some Practice Problems in Python</vt:lpstr>
      <vt:lpstr>Practice Problem</vt:lpstr>
      <vt:lpstr>Practice Problem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Abdullah Xayed</dc:creator>
  <cp:lastModifiedBy>Md Manirujjaman</cp:lastModifiedBy>
  <cp:revision>9</cp:revision>
  <dcterms:created xsi:type="dcterms:W3CDTF">2025-08-01T16:48:54Z</dcterms:created>
  <dcterms:modified xsi:type="dcterms:W3CDTF">2026-03-29T02:15:57Z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for Microsoft 365</vt:lpwstr>
  </property>
</Properties>
</file>