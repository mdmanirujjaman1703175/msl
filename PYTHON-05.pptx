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8" r:id="rId11"/>
    <p:sldId id="270" r:id="rId12"/>
    <p:sldId id="269" r:id="rId13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0"/>
  </p:normalViewPr>
  <p:slideViewPr>
    <p:cSldViewPr>
      <p:cViewPr varScale="1">
        <p:scale>
          <a:sx n="84" d="100"/>
          <a:sy n="84" d="100"/>
        </p:scale>
        <p:origin x="74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C9E35-227E-403B-B5DC-D33ED141E3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16123-1680-4B05-92BD-36A12E537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4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BF7F-50BA-49EB-8254-5CE59133A58F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72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81732-920C-4C9A-BA3A-2D3D2D5C5CDE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6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9C422-16C0-4A9B-8B12-60EA8FEFF39B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BDBB-DD50-41F6-8604-EEC46B2180F0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1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48AAC-30A5-4426-9CD4-787A2C7BD5DF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4C31F-93AD-48CE-8C39-DAD7501FAD50}" type="datetime1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FD9C-2D42-4E02-8E86-63828721A66E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7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978B7FE-2E18-4B43-9846-C65E76FCEE0C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8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ADEA-1C05-4002-AA2E-2F68E36585C3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7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90EDE-1BB5-4E60-9B30-005BF8DE6E9F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80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1857-035E-4F23-B66D-DA4889BD9C0B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F17364B-1630-4E76-9146-9E7327221892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Md. Manirujjaman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07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5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A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49698" y="0"/>
            <a:ext cx="7742555" cy="6858000"/>
          </a:xfrm>
          <a:custGeom>
            <a:avLst/>
            <a:gdLst/>
            <a:ahLst/>
            <a:cxnLst/>
            <a:rect l="l" t="t" r="r" b="b"/>
            <a:pathLst>
              <a:path w="7742555" h="6858000">
                <a:moveTo>
                  <a:pt x="7742301" y="0"/>
                </a:moveTo>
                <a:lnTo>
                  <a:pt x="0" y="0"/>
                </a:lnTo>
                <a:lnTo>
                  <a:pt x="0" y="6858000"/>
                </a:lnTo>
                <a:lnTo>
                  <a:pt x="7742301" y="6858000"/>
                </a:lnTo>
                <a:lnTo>
                  <a:pt x="77423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54783" y="2511805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90955" y="1454607"/>
            <a:ext cx="18649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Agenda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7782" y="2872739"/>
            <a:ext cx="1340993" cy="2194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8382" y="3533266"/>
            <a:ext cx="2601328" cy="2340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6764" y="4209922"/>
            <a:ext cx="2152916" cy="303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5777" y="4899659"/>
            <a:ext cx="1418209" cy="2194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2746" y="5569203"/>
            <a:ext cx="2884284" cy="2268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8303" y="1196746"/>
            <a:ext cx="4568698" cy="4464558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AAFB63E-D493-F701-6E4D-918407EE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E62E-191A-45A1-AA64-E522F3E3858F}" type="datetime1">
              <a:rPr lang="en-US" smtClean="0"/>
              <a:t>12/31/2025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415F932-78AD-F0C2-E60C-3B325E09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1D44563-AE84-A501-51B6-10019BE5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20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209800"/>
            <a:ext cx="7318629" cy="1894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63320-BD65-9599-ECA0-3CBB5984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7FB2-D982-413E-91DB-96EFE5292EA0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6BCF-004E-E1C8-830C-B117BA95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BF2E6-4AB4-7C57-84B8-A1CFEC22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447" y="761441"/>
            <a:ext cx="24326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Functions</a:t>
            </a:r>
          </a:p>
        </p:txBody>
      </p:sp>
      <p:sp>
        <p:nvSpPr>
          <p:cNvPr id="7" name="object 7"/>
          <p:cNvSpPr/>
          <p:nvPr/>
        </p:nvSpPr>
        <p:spPr>
          <a:xfrm>
            <a:off x="3900830" y="4504944"/>
            <a:ext cx="1798955" cy="353695"/>
          </a:xfrm>
          <a:custGeom>
            <a:avLst/>
            <a:gdLst/>
            <a:ahLst/>
            <a:cxnLst/>
            <a:rect l="l" t="t" r="r" b="b"/>
            <a:pathLst>
              <a:path w="1798955" h="353695">
                <a:moveTo>
                  <a:pt x="39014" y="17017"/>
                </a:moveTo>
                <a:lnTo>
                  <a:pt x="0" y="17017"/>
                </a:lnTo>
                <a:lnTo>
                  <a:pt x="0" y="268350"/>
                </a:lnTo>
                <a:lnTo>
                  <a:pt x="25488" y="268350"/>
                </a:lnTo>
                <a:lnTo>
                  <a:pt x="25488" y="49911"/>
                </a:lnTo>
                <a:lnTo>
                  <a:pt x="52474" y="49911"/>
                </a:lnTo>
                <a:lnTo>
                  <a:pt x="39014" y="17017"/>
                </a:lnTo>
                <a:close/>
              </a:path>
              <a:path w="1798955" h="353695">
                <a:moveTo>
                  <a:pt x="52474" y="49911"/>
                </a:moveTo>
                <a:lnTo>
                  <a:pt x="26187" y="49911"/>
                </a:lnTo>
                <a:lnTo>
                  <a:pt x="117030" y="268350"/>
                </a:lnTo>
                <a:lnTo>
                  <a:pt x="130556" y="268350"/>
                </a:lnTo>
                <a:lnTo>
                  <a:pt x="148568" y="225043"/>
                </a:lnTo>
                <a:lnTo>
                  <a:pt x="124142" y="225043"/>
                </a:lnTo>
                <a:lnTo>
                  <a:pt x="52474" y="49911"/>
                </a:lnTo>
                <a:close/>
              </a:path>
              <a:path w="1798955" h="353695">
                <a:moveTo>
                  <a:pt x="247764" y="49911"/>
                </a:moveTo>
                <a:lnTo>
                  <a:pt x="222275" y="49911"/>
                </a:lnTo>
                <a:lnTo>
                  <a:pt x="222275" y="268350"/>
                </a:lnTo>
                <a:lnTo>
                  <a:pt x="247764" y="268350"/>
                </a:lnTo>
                <a:lnTo>
                  <a:pt x="247764" y="49911"/>
                </a:lnTo>
                <a:close/>
              </a:path>
              <a:path w="1798955" h="353695">
                <a:moveTo>
                  <a:pt x="247764" y="17017"/>
                </a:moveTo>
                <a:lnTo>
                  <a:pt x="208762" y="17017"/>
                </a:lnTo>
                <a:lnTo>
                  <a:pt x="124498" y="225043"/>
                </a:lnTo>
                <a:lnTo>
                  <a:pt x="148568" y="225043"/>
                </a:lnTo>
                <a:lnTo>
                  <a:pt x="221411" y="49911"/>
                </a:lnTo>
                <a:lnTo>
                  <a:pt x="247764" y="49911"/>
                </a:lnTo>
                <a:lnTo>
                  <a:pt x="247764" y="17017"/>
                </a:lnTo>
                <a:close/>
              </a:path>
              <a:path w="1798955" h="353695">
                <a:moveTo>
                  <a:pt x="433366" y="118237"/>
                </a:moveTo>
                <a:lnTo>
                  <a:pt x="378815" y="118237"/>
                </a:lnTo>
                <a:lnTo>
                  <a:pt x="389009" y="118903"/>
                </a:lnTo>
                <a:lnTo>
                  <a:pt x="397913" y="120903"/>
                </a:lnTo>
                <a:lnTo>
                  <a:pt x="422446" y="150933"/>
                </a:lnTo>
                <a:lnTo>
                  <a:pt x="423202" y="161289"/>
                </a:lnTo>
                <a:lnTo>
                  <a:pt x="423202" y="166594"/>
                </a:lnTo>
                <a:lnTo>
                  <a:pt x="411950" y="166594"/>
                </a:lnTo>
                <a:lnTo>
                  <a:pt x="400904" y="166893"/>
                </a:lnTo>
                <a:lnTo>
                  <a:pt x="359527" y="170703"/>
                </a:lnTo>
                <a:lnTo>
                  <a:pt x="321148" y="186636"/>
                </a:lnTo>
                <a:lnTo>
                  <a:pt x="306288" y="232028"/>
                </a:lnTo>
                <a:lnTo>
                  <a:pt x="307987" y="239394"/>
                </a:lnTo>
                <a:lnTo>
                  <a:pt x="314840" y="251332"/>
                </a:lnTo>
                <a:lnTo>
                  <a:pt x="315389" y="252221"/>
                </a:lnTo>
                <a:lnTo>
                  <a:pt x="319862" y="257301"/>
                </a:lnTo>
                <a:lnTo>
                  <a:pt x="325412" y="261238"/>
                </a:lnTo>
                <a:lnTo>
                  <a:pt x="329747" y="264413"/>
                </a:lnTo>
                <a:lnTo>
                  <a:pt x="331229" y="265429"/>
                </a:lnTo>
                <a:lnTo>
                  <a:pt x="337389" y="268350"/>
                </a:lnTo>
                <a:lnTo>
                  <a:pt x="337604" y="268350"/>
                </a:lnTo>
                <a:lnTo>
                  <a:pt x="343877" y="270001"/>
                </a:lnTo>
                <a:lnTo>
                  <a:pt x="350647" y="271906"/>
                </a:lnTo>
                <a:lnTo>
                  <a:pt x="357200" y="272795"/>
                </a:lnTo>
                <a:lnTo>
                  <a:pt x="363562" y="272795"/>
                </a:lnTo>
                <a:lnTo>
                  <a:pt x="405206" y="261238"/>
                </a:lnTo>
                <a:lnTo>
                  <a:pt x="414672" y="252856"/>
                </a:lnTo>
                <a:lnTo>
                  <a:pt x="365239" y="252856"/>
                </a:lnTo>
                <a:lnTo>
                  <a:pt x="360553" y="252221"/>
                </a:lnTo>
                <a:lnTo>
                  <a:pt x="356508" y="251332"/>
                </a:lnTo>
                <a:lnTo>
                  <a:pt x="351307" y="250062"/>
                </a:lnTo>
                <a:lnTo>
                  <a:pt x="347116" y="248284"/>
                </a:lnTo>
                <a:lnTo>
                  <a:pt x="342962" y="245490"/>
                </a:lnTo>
                <a:lnTo>
                  <a:pt x="339610" y="243331"/>
                </a:lnTo>
                <a:lnTo>
                  <a:pt x="336600" y="240029"/>
                </a:lnTo>
                <a:lnTo>
                  <a:pt x="334340" y="236092"/>
                </a:lnTo>
                <a:lnTo>
                  <a:pt x="332092" y="232028"/>
                </a:lnTo>
                <a:lnTo>
                  <a:pt x="330962" y="227202"/>
                </a:lnTo>
                <a:lnTo>
                  <a:pt x="331057" y="213131"/>
                </a:lnTo>
                <a:lnTo>
                  <a:pt x="365086" y="189777"/>
                </a:lnTo>
                <a:lnTo>
                  <a:pt x="385457" y="186636"/>
                </a:lnTo>
                <a:lnTo>
                  <a:pt x="385083" y="186636"/>
                </a:lnTo>
                <a:lnTo>
                  <a:pt x="393759" y="186062"/>
                </a:lnTo>
                <a:lnTo>
                  <a:pt x="401293" y="185705"/>
                </a:lnTo>
                <a:lnTo>
                  <a:pt x="408795" y="185491"/>
                </a:lnTo>
                <a:lnTo>
                  <a:pt x="446087" y="185491"/>
                </a:lnTo>
                <a:lnTo>
                  <a:pt x="446087" y="158368"/>
                </a:lnTo>
                <a:lnTo>
                  <a:pt x="437787" y="124237"/>
                </a:lnTo>
                <a:lnTo>
                  <a:pt x="437718" y="124078"/>
                </a:lnTo>
                <a:lnTo>
                  <a:pt x="433366" y="118237"/>
                </a:lnTo>
                <a:close/>
              </a:path>
              <a:path w="1798955" h="353695">
                <a:moveTo>
                  <a:pt x="446231" y="241426"/>
                </a:moveTo>
                <a:lnTo>
                  <a:pt x="424764" y="241426"/>
                </a:lnTo>
                <a:lnTo>
                  <a:pt x="424884" y="248284"/>
                </a:lnTo>
                <a:lnTo>
                  <a:pt x="424973" y="250062"/>
                </a:lnTo>
                <a:lnTo>
                  <a:pt x="425079" y="251332"/>
                </a:lnTo>
                <a:lnTo>
                  <a:pt x="425919" y="259968"/>
                </a:lnTo>
                <a:lnTo>
                  <a:pt x="426403" y="263651"/>
                </a:lnTo>
                <a:lnTo>
                  <a:pt x="426504" y="264413"/>
                </a:lnTo>
                <a:lnTo>
                  <a:pt x="427189" y="268350"/>
                </a:lnTo>
                <a:lnTo>
                  <a:pt x="448868" y="268350"/>
                </a:lnTo>
                <a:lnTo>
                  <a:pt x="447941" y="263651"/>
                </a:lnTo>
                <a:lnTo>
                  <a:pt x="447243" y="257809"/>
                </a:lnTo>
                <a:lnTo>
                  <a:pt x="446447" y="245871"/>
                </a:lnTo>
                <a:lnTo>
                  <a:pt x="446328" y="244093"/>
                </a:lnTo>
                <a:lnTo>
                  <a:pt x="446231" y="241426"/>
                </a:lnTo>
                <a:close/>
              </a:path>
              <a:path w="1798955" h="353695">
                <a:moveTo>
                  <a:pt x="446087" y="185491"/>
                </a:moveTo>
                <a:lnTo>
                  <a:pt x="423202" y="185491"/>
                </a:lnTo>
                <a:lnTo>
                  <a:pt x="423202" y="205104"/>
                </a:lnTo>
                <a:lnTo>
                  <a:pt x="422046" y="212089"/>
                </a:lnTo>
                <a:lnTo>
                  <a:pt x="419734" y="218693"/>
                </a:lnTo>
                <a:lnTo>
                  <a:pt x="417423" y="225425"/>
                </a:lnTo>
                <a:lnTo>
                  <a:pt x="414019" y="231266"/>
                </a:lnTo>
                <a:lnTo>
                  <a:pt x="405003" y="241426"/>
                </a:lnTo>
                <a:lnTo>
                  <a:pt x="399427" y="245490"/>
                </a:lnTo>
                <a:lnTo>
                  <a:pt x="386130" y="251332"/>
                </a:lnTo>
                <a:lnTo>
                  <a:pt x="378536" y="252856"/>
                </a:lnTo>
                <a:lnTo>
                  <a:pt x="414672" y="252856"/>
                </a:lnTo>
                <a:lnTo>
                  <a:pt x="418170" y="249160"/>
                </a:lnTo>
                <a:lnTo>
                  <a:pt x="423982" y="241426"/>
                </a:lnTo>
                <a:lnTo>
                  <a:pt x="446231" y="241426"/>
                </a:lnTo>
                <a:lnTo>
                  <a:pt x="446157" y="239394"/>
                </a:lnTo>
                <a:lnTo>
                  <a:pt x="446087" y="185491"/>
                </a:lnTo>
                <a:close/>
              </a:path>
              <a:path w="1798955" h="353695">
                <a:moveTo>
                  <a:pt x="381419" y="97916"/>
                </a:moveTo>
                <a:lnTo>
                  <a:pt x="343192" y="104775"/>
                </a:lnTo>
                <a:lnTo>
                  <a:pt x="316052" y="121665"/>
                </a:lnTo>
                <a:lnTo>
                  <a:pt x="329577" y="137667"/>
                </a:lnTo>
                <a:lnTo>
                  <a:pt x="334242" y="133500"/>
                </a:lnTo>
                <a:lnTo>
                  <a:pt x="339396" y="129762"/>
                </a:lnTo>
                <a:lnTo>
                  <a:pt x="378815" y="118237"/>
                </a:lnTo>
                <a:lnTo>
                  <a:pt x="433366" y="118237"/>
                </a:lnTo>
                <a:lnTo>
                  <a:pt x="433082" y="117855"/>
                </a:lnTo>
                <a:lnTo>
                  <a:pt x="394487" y="98869"/>
                </a:lnTo>
                <a:lnTo>
                  <a:pt x="388067" y="98155"/>
                </a:lnTo>
                <a:lnTo>
                  <a:pt x="381419" y="97916"/>
                </a:lnTo>
                <a:close/>
              </a:path>
              <a:path w="1798955" h="353695">
                <a:moveTo>
                  <a:pt x="530313" y="21336"/>
                </a:moveTo>
                <a:lnTo>
                  <a:pt x="521754" y="21336"/>
                </a:lnTo>
                <a:lnTo>
                  <a:pt x="517855" y="22987"/>
                </a:lnTo>
                <a:lnTo>
                  <a:pt x="510806" y="29337"/>
                </a:lnTo>
                <a:lnTo>
                  <a:pt x="509041" y="33400"/>
                </a:lnTo>
                <a:lnTo>
                  <a:pt x="509041" y="43306"/>
                </a:lnTo>
                <a:lnTo>
                  <a:pt x="510806" y="47370"/>
                </a:lnTo>
                <a:lnTo>
                  <a:pt x="517855" y="53720"/>
                </a:lnTo>
                <a:lnTo>
                  <a:pt x="521754" y="55371"/>
                </a:lnTo>
                <a:lnTo>
                  <a:pt x="530313" y="55371"/>
                </a:lnTo>
                <a:lnTo>
                  <a:pt x="534212" y="53720"/>
                </a:lnTo>
                <a:lnTo>
                  <a:pt x="541261" y="47370"/>
                </a:lnTo>
                <a:lnTo>
                  <a:pt x="543026" y="43306"/>
                </a:lnTo>
                <a:lnTo>
                  <a:pt x="543026" y="33400"/>
                </a:lnTo>
                <a:lnTo>
                  <a:pt x="541261" y="29337"/>
                </a:lnTo>
                <a:lnTo>
                  <a:pt x="534212" y="22987"/>
                </a:lnTo>
                <a:lnTo>
                  <a:pt x="530313" y="21336"/>
                </a:lnTo>
                <a:close/>
              </a:path>
              <a:path w="1798955" h="353695">
                <a:moveTo>
                  <a:pt x="538175" y="102362"/>
                </a:moveTo>
                <a:lnTo>
                  <a:pt x="513905" y="102362"/>
                </a:lnTo>
                <a:lnTo>
                  <a:pt x="513905" y="268350"/>
                </a:lnTo>
                <a:lnTo>
                  <a:pt x="538175" y="268350"/>
                </a:lnTo>
                <a:lnTo>
                  <a:pt x="538175" y="102362"/>
                </a:lnTo>
                <a:close/>
              </a:path>
              <a:path w="1798955" h="353695">
                <a:moveTo>
                  <a:pt x="629716" y="102362"/>
                </a:moveTo>
                <a:lnTo>
                  <a:pt x="606653" y="102362"/>
                </a:lnTo>
                <a:lnTo>
                  <a:pt x="607006" y="106679"/>
                </a:lnTo>
                <a:lnTo>
                  <a:pt x="607027" y="106933"/>
                </a:lnTo>
                <a:lnTo>
                  <a:pt x="607146" y="108579"/>
                </a:lnTo>
                <a:lnTo>
                  <a:pt x="607466" y="114300"/>
                </a:lnTo>
                <a:lnTo>
                  <a:pt x="607592" y="118237"/>
                </a:lnTo>
                <a:lnTo>
                  <a:pt x="607719" y="122174"/>
                </a:lnTo>
                <a:lnTo>
                  <a:pt x="607801" y="124713"/>
                </a:lnTo>
                <a:lnTo>
                  <a:pt x="607923" y="128524"/>
                </a:lnTo>
                <a:lnTo>
                  <a:pt x="608037" y="268350"/>
                </a:lnTo>
                <a:lnTo>
                  <a:pt x="632320" y="268350"/>
                </a:lnTo>
                <a:lnTo>
                  <a:pt x="632320" y="183133"/>
                </a:lnTo>
                <a:lnTo>
                  <a:pt x="632584" y="175055"/>
                </a:lnTo>
                <a:lnTo>
                  <a:pt x="633357" y="167766"/>
                </a:lnTo>
                <a:lnTo>
                  <a:pt x="633379" y="167560"/>
                </a:lnTo>
                <a:lnTo>
                  <a:pt x="634704" y="160613"/>
                </a:lnTo>
                <a:lnTo>
                  <a:pt x="651035" y="130555"/>
                </a:lnTo>
                <a:lnTo>
                  <a:pt x="631101" y="130555"/>
                </a:lnTo>
                <a:lnTo>
                  <a:pt x="630986" y="122681"/>
                </a:lnTo>
                <a:lnTo>
                  <a:pt x="630860" y="119633"/>
                </a:lnTo>
                <a:lnTo>
                  <a:pt x="630745" y="116839"/>
                </a:lnTo>
                <a:lnTo>
                  <a:pt x="630639" y="114300"/>
                </a:lnTo>
                <a:lnTo>
                  <a:pt x="630529" y="111632"/>
                </a:lnTo>
                <a:lnTo>
                  <a:pt x="630310" y="108579"/>
                </a:lnTo>
                <a:lnTo>
                  <a:pt x="630192" y="106933"/>
                </a:lnTo>
                <a:lnTo>
                  <a:pt x="629785" y="103006"/>
                </a:lnTo>
                <a:lnTo>
                  <a:pt x="629716" y="102362"/>
                </a:lnTo>
                <a:close/>
              </a:path>
              <a:path w="1798955" h="353695">
                <a:moveTo>
                  <a:pt x="737023" y="118237"/>
                </a:moveTo>
                <a:lnTo>
                  <a:pt x="691362" y="118237"/>
                </a:lnTo>
                <a:lnTo>
                  <a:pt x="698728" y="119633"/>
                </a:lnTo>
                <a:lnTo>
                  <a:pt x="704836" y="122681"/>
                </a:lnTo>
                <a:lnTo>
                  <a:pt x="726922" y="159765"/>
                </a:lnTo>
                <a:lnTo>
                  <a:pt x="727684" y="268350"/>
                </a:lnTo>
                <a:lnTo>
                  <a:pt x="751941" y="268350"/>
                </a:lnTo>
                <a:lnTo>
                  <a:pt x="751941" y="166496"/>
                </a:lnTo>
                <a:lnTo>
                  <a:pt x="751104" y="154177"/>
                </a:lnTo>
                <a:lnTo>
                  <a:pt x="751000" y="152653"/>
                </a:lnTo>
                <a:lnTo>
                  <a:pt x="750943" y="151808"/>
                </a:lnTo>
                <a:lnTo>
                  <a:pt x="747971" y="138683"/>
                </a:lnTo>
                <a:lnTo>
                  <a:pt x="742994" y="126956"/>
                </a:lnTo>
                <a:lnTo>
                  <a:pt x="737023" y="118237"/>
                </a:lnTo>
                <a:close/>
              </a:path>
              <a:path w="1798955" h="353695">
                <a:moveTo>
                  <a:pt x="688695" y="97916"/>
                </a:moveTo>
                <a:lnTo>
                  <a:pt x="647488" y="111839"/>
                </a:lnTo>
                <a:lnTo>
                  <a:pt x="631964" y="130555"/>
                </a:lnTo>
                <a:lnTo>
                  <a:pt x="651035" y="130555"/>
                </a:lnTo>
                <a:lnTo>
                  <a:pt x="652653" y="128777"/>
                </a:lnTo>
                <a:lnTo>
                  <a:pt x="658037" y="124713"/>
                </a:lnTo>
                <a:lnTo>
                  <a:pt x="664044" y="122174"/>
                </a:lnTo>
                <a:lnTo>
                  <a:pt x="669741" y="119633"/>
                </a:lnTo>
                <a:lnTo>
                  <a:pt x="669404" y="119633"/>
                </a:lnTo>
                <a:lnTo>
                  <a:pt x="676249" y="118237"/>
                </a:lnTo>
                <a:lnTo>
                  <a:pt x="737023" y="118237"/>
                </a:lnTo>
                <a:lnTo>
                  <a:pt x="736066" y="116839"/>
                </a:lnTo>
                <a:lnTo>
                  <a:pt x="727164" y="108579"/>
                </a:lnTo>
                <a:lnTo>
                  <a:pt x="716286" y="102663"/>
                </a:lnTo>
                <a:lnTo>
                  <a:pt x="703455" y="99105"/>
                </a:lnTo>
                <a:lnTo>
                  <a:pt x="688695" y="97916"/>
                </a:lnTo>
                <a:close/>
              </a:path>
              <a:path w="1798955" h="353695">
                <a:moveTo>
                  <a:pt x="844905" y="0"/>
                </a:moveTo>
                <a:lnTo>
                  <a:pt x="820521" y="0"/>
                </a:lnTo>
                <a:lnTo>
                  <a:pt x="820521" y="268350"/>
                </a:lnTo>
                <a:lnTo>
                  <a:pt x="844905" y="268350"/>
                </a:lnTo>
                <a:lnTo>
                  <a:pt x="844905" y="0"/>
                </a:lnTo>
                <a:close/>
              </a:path>
              <a:path w="1798955" h="353695">
                <a:moveTo>
                  <a:pt x="897483" y="329438"/>
                </a:moveTo>
                <a:lnTo>
                  <a:pt x="895011" y="350821"/>
                </a:lnTo>
                <a:lnTo>
                  <a:pt x="894943" y="351408"/>
                </a:lnTo>
                <a:lnTo>
                  <a:pt x="902268" y="352978"/>
                </a:lnTo>
                <a:lnTo>
                  <a:pt x="902489" y="352978"/>
                </a:lnTo>
                <a:lnTo>
                  <a:pt x="909294" y="353694"/>
                </a:lnTo>
                <a:lnTo>
                  <a:pt x="916533" y="353694"/>
                </a:lnTo>
                <a:lnTo>
                  <a:pt x="955282" y="335853"/>
                </a:lnTo>
                <a:lnTo>
                  <a:pt x="957694" y="332358"/>
                </a:lnTo>
                <a:lnTo>
                  <a:pt x="909040" y="332358"/>
                </a:lnTo>
                <a:lnTo>
                  <a:pt x="903198" y="331342"/>
                </a:lnTo>
                <a:lnTo>
                  <a:pt x="897483" y="329438"/>
                </a:lnTo>
                <a:close/>
              </a:path>
              <a:path w="1798955" h="353695">
                <a:moveTo>
                  <a:pt x="916533" y="102362"/>
                </a:moveTo>
                <a:lnTo>
                  <a:pt x="889736" y="102362"/>
                </a:lnTo>
                <a:lnTo>
                  <a:pt x="960602" y="268096"/>
                </a:lnTo>
                <a:lnTo>
                  <a:pt x="947267" y="302894"/>
                </a:lnTo>
                <a:lnTo>
                  <a:pt x="923518" y="332358"/>
                </a:lnTo>
                <a:lnTo>
                  <a:pt x="957694" y="332358"/>
                </a:lnTo>
                <a:lnTo>
                  <a:pt x="960269" y="328628"/>
                </a:lnTo>
                <a:lnTo>
                  <a:pt x="964755" y="320474"/>
                </a:lnTo>
                <a:lnTo>
                  <a:pt x="968730" y="311403"/>
                </a:lnTo>
                <a:lnTo>
                  <a:pt x="996088" y="242442"/>
                </a:lnTo>
                <a:lnTo>
                  <a:pt x="973048" y="242442"/>
                </a:lnTo>
                <a:lnTo>
                  <a:pt x="916533" y="102362"/>
                </a:lnTo>
                <a:close/>
              </a:path>
              <a:path w="1798955" h="353695">
                <a:moveTo>
                  <a:pt x="1051661" y="102362"/>
                </a:moveTo>
                <a:lnTo>
                  <a:pt x="1025245" y="102362"/>
                </a:lnTo>
                <a:lnTo>
                  <a:pt x="973810" y="242442"/>
                </a:lnTo>
                <a:lnTo>
                  <a:pt x="996088" y="242442"/>
                </a:lnTo>
                <a:lnTo>
                  <a:pt x="1051661" y="102362"/>
                </a:lnTo>
                <a:close/>
              </a:path>
              <a:path w="1798955" h="353695">
                <a:moveTo>
                  <a:pt x="1269212" y="39750"/>
                </a:moveTo>
                <a:lnTo>
                  <a:pt x="1243685" y="39750"/>
                </a:lnTo>
                <a:lnTo>
                  <a:pt x="1243685" y="268350"/>
                </a:lnTo>
                <a:lnTo>
                  <a:pt x="1269212" y="268350"/>
                </a:lnTo>
                <a:lnTo>
                  <a:pt x="1269212" y="39750"/>
                </a:lnTo>
                <a:close/>
              </a:path>
              <a:path w="1798955" h="353695">
                <a:moveTo>
                  <a:pt x="1365732" y="102362"/>
                </a:moveTo>
                <a:lnTo>
                  <a:pt x="1339697" y="102362"/>
                </a:lnTo>
                <a:lnTo>
                  <a:pt x="1392275" y="268350"/>
                </a:lnTo>
                <a:lnTo>
                  <a:pt x="1418564" y="268350"/>
                </a:lnTo>
                <a:lnTo>
                  <a:pt x="1428671" y="237236"/>
                </a:lnTo>
                <a:lnTo>
                  <a:pt x="1405737" y="237236"/>
                </a:lnTo>
                <a:lnTo>
                  <a:pt x="1365732" y="102362"/>
                </a:lnTo>
                <a:close/>
              </a:path>
              <a:path w="1798955" h="353695">
                <a:moveTo>
                  <a:pt x="1485218" y="133857"/>
                </a:moveTo>
                <a:lnTo>
                  <a:pt x="1463014" y="133857"/>
                </a:lnTo>
                <a:lnTo>
                  <a:pt x="1507337" y="268350"/>
                </a:lnTo>
                <a:lnTo>
                  <a:pt x="1533499" y="268350"/>
                </a:lnTo>
                <a:lnTo>
                  <a:pt x="1543379" y="237236"/>
                </a:lnTo>
                <a:lnTo>
                  <a:pt x="1520164" y="237236"/>
                </a:lnTo>
                <a:lnTo>
                  <a:pt x="1485218" y="133857"/>
                </a:lnTo>
                <a:close/>
              </a:path>
              <a:path w="1798955" h="353695">
                <a:moveTo>
                  <a:pt x="1474571" y="102362"/>
                </a:moveTo>
                <a:lnTo>
                  <a:pt x="1451203" y="102362"/>
                </a:lnTo>
                <a:lnTo>
                  <a:pt x="1406499" y="237236"/>
                </a:lnTo>
                <a:lnTo>
                  <a:pt x="1428671" y="237236"/>
                </a:lnTo>
                <a:lnTo>
                  <a:pt x="1462252" y="133857"/>
                </a:lnTo>
                <a:lnTo>
                  <a:pt x="1485218" y="133857"/>
                </a:lnTo>
                <a:lnTo>
                  <a:pt x="1474571" y="102362"/>
                </a:lnTo>
                <a:close/>
              </a:path>
              <a:path w="1798955" h="353695">
                <a:moveTo>
                  <a:pt x="1586204" y="102362"/>
                </a:moveTo>
                <a:lnTo>
                  <a:pt x="1560550" y="102362"/>
                </a:lnTo>
                <a:lnTo>
                  <a:pt x="1520926" y="237236"/>
                </a:lnTo>
                <a:lnTo>
                  <a:pt x="1543379" y="237236"/>
                </a:lnTo>
                <a:lnTo>
                  <a:pt x="1586204" y="102362"/>
                </a:lnTo>
                <a:close/>
              </a:path>
              <a:path w="1798955" h="353695">
                <a:moveTo>
                  <a:pt x="1353413" y="17017"/>
                </a:moveTo>
                <a:lnTo>
                  <a:pt x="1159611" y="17017"/>
                </a:lnTo>
                <a:lnTo>
                  <a:pt x="1159611" y="39750"/>
                </a:lnTo>
                <a:lnTo>
                  <a:pt x="1353413" y="39750"/>
                </a:lnTo>
                <a:lnTo>
                  <a:pt x="1353413" y="17017"/>
                </a:lnTo>
                <a:close/>
              </a:path>
              <a:path w="1798955" h="353695">
                <a:moveTo>
                  <a:pt x="1710156" y="97916"/>
                </a:moveTo>
                <a:lnTo>
                  <a:pt x="1666764" y="108164"/>
                </a:lnTo>
                <a:lnTo>
                  <a:pt x="1636052" y="135604"/>
                </a:lnTo>
                <a:lnTo>
                  <a:pt x="1622169" y="176105"/>
                </a:lnTo>
                <a:lnTo>
                  <a:pt x="1621764" y="185419"/>
                </a:lnTo>
                <a:lnTo>
                  <a:pt x="1622064" y="192202"/>
                </a:lnTo>
                <a:lnTo>
                  <a:pt x="1622169" y="194587"/>
                </a:lnTo>
                <a:lnTo>
                  <a:pt x="1636052" y="235045"/>
                </a:lnTo>
                <a:lnTo>
                  <a:pt x="1666764" y="262548"/>
                </a:lnTo>
                <a:lnTo>
                  <a:pt x="1710156" y="272795"/>
                </a:lnTo>
                <a:lnTo>
                  <a:pt x="1719681" y="272371"/>
                </a:lnTo>
                <a:lnTo>
                  <a:pt x="1761194" y="258286"/>
                </a:lnTo>
                <a:lnTo>
                  <a:pt x="1769376" y="252094"/>
                </a:lnTo>
                <a:lnTo>
                  <a:pt x="1710156" y="252094"/>
                </a:lnTo>
                <a:lnTo>
                  <a:pt x="1703088" y="251763"/>
                </a:lnTo>
                <a:lnTo>
                  <a:pt x="1664309" y="232663"/>
                </a:lnTo>
                <a:lnTo>
                  <a:pt x="1658848" y="226694"/>
                </a:lnTo>
                <a:lnTo>
                  <a:pt x="1647164" y="185419"/>
                </a:lnTo>
                <a:lnTo>
                  <a:pt x="1647448" y="178563"/>
                </a:lnTo>
                <a:lnTo>
                  <a:pt x="1669770" y="131825"/>
                </a:lnTo>
                <a:lnTo>
                  <a:pt x="1710156" y="118237"/>
                </a:lnTo>
                <a:lnTo>
                  <a:pt x="1768952" y="118237"/>
                </a:lnTo>
                <a:lnTo>
                  <a:pt x="1767919" y="117308"/>
                </a:lnTo>
                <a:lnTo>
                  <a:pt x="1728825" y="99599"/>
                </a:lnTo>
                <a:lnTo>
                  <a:pt x="1719681" y="98341"/>
                </a:lnTo>
                <a:lnTo>
                  <a:pt x="1710156" y="97916"/>
                </a:lnTo>
                <a:close/>
              </a:path>
              <a:path w="1798955" h="353695">
                <a:moveTo>
                  <a:pt x="1768952" y="118237"/>
                </a:moveTo>
                <a:lnTo>
                  <a:pt x="1710156" y="118237"/>
                </a:lnTo>
                <a:lnTo>
                  <a:pt x="1717228" y="118570"/>
                </a:lnTo>
                <a:lnTo>
                  <a:pt x="1723967" y="119570"/>
                </a:lnTo>
                <a:lnTo>
                  <a:pt x="1761718" y="144017"/>
                </a:lnTo>
                <a:lnTo>
                  <a:pt x="1773275" y="185419"/>
                </a:lnTo>
                <a:lnTo>
                  <a:pt x="1772991" y="192202"/>
                </a:lnTo>
                <a:lnTo>
                  <a:pt x="1756257" y="232663"/>
                </a:lnTo>
                <a:lnTo>
                  <a:pt x="1750796" y="238759"/>
                </a:lnTo>
                <a:lnTo>
                  <a:pt x="1710156" y="252094"/>
                </a:lnTo>
                <a:lnTo>
                  <a:pt x="1769376" y="252094"/>
                </a:lnTo>
                <a:lnTo>
                  <a:pt x="1792325" y="220090"/>
                </a:lnTo>
                <a:lnTo>
                  <a:pt x="1798929" y="185419"/>
                </a:lnTo>
                <a:lnTo>
                  <a:pt x="1798630" y="178563"/>
                </a:lnTo>
                <a:lnTo>
                  <a:pt x="1798522" y="176105"/>
                </a:lnTo>
                <a:lnTo>
                  <a:pt x="1784515" y="135604"/>
                </a:lnTo>
                <a:lnTo>
                  <a:pt x="1774037" y="122808"/>
                </a:lnTo>
                <a:lnTo>
                  <a:pt x="1768952" y="118237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54573" y="4521962"/>
            <a:ext cx="673100" cy="255904"/>
          </a:xfrm>
          <a:custGeom>
            <a:avLst/>
            <a:gdLst/>
            <a:ahLst/>
            <a:cxnLst/>
            <a:rect l="l" t="t" r="r" b="b"/>
            <a:pathLst>
              <a:path w="673100" h="255904">
                <a:moveTo>
                  <a:pt x="70993" y="0"/>
                </a:moveTo>
                <a:lnTo>
                  <a:pt x="0" y="0"/>
                </a:lnTo>
                <a:lnTo>
                  <a:pt x="0" y="251333"/>
                </a:lnTo>
                <a:lnTo>
                  <a:pt x="25526" y="251333"/>
                </a:lnTo>
                <a:lnTo>
                  <a:pt x="25526" y="134493"/>
                </a:lnTo>
                <a:lnTo>
                  <a:pt x="70231" y="134493"/>
                </a:lnTo>
                <a:lnTo>
                  <a:pt x="112901" y="127944"/>
                </a:lnTo>
                <a:lnTo>
                  <a:pt x="137865" y="112902"/>
                </a:lnTo>
                <a:lnTo>
                  <a:pt x="25526" y="112902"/>
                </a:lnTo>
                <a:lnTo>
                  <a:pt x="25526" y="21971"/>
                </a:lnTo>
                <a:lnTo>
                  <a:pt x="138886" y="21971"/>
                </a:lnTo>
                <a:lnTo>
                  <a:pt x="137876" y="20891"/>
                </a:lnTo>
                <a:lnTo>
                  <a:pt x="97764" y="2303"/>
                </a:lnTo>
                <a:lnTo>
                  <a:pt x="80377" y="259"/>
                </a:lnTo>
                <a:lnTo>
                  <a:pt x="70993" y="0"/>
                </a:lnTo>
                <a:close/>
              </a:path>
              <a:path w="673100" h="255904">
                <a:moveTo>
                  <a:pt x="138886" y="21971"/>
                </a:moveTo>
                <a:lnTo>
                  <a:pt x="68833" y="21971"/>
                </a:lnTo>
                <a:lnTo>
                  <a:pt x="82597" y="22659"/>
                </a:lnTo>
                <a:lnTo>
                  <a:pt x="94742" y="24717"/>
                </a:lnTo>
                <a:lnTo>
                  <a:pt x="126237" y="46783"/>
                </a:lnTo>
                <a:lnTo>
                  <a:pt x="130301" y="67056"/>
                </a:lnTo>
                <a:lnTo>
                  <a:pt x="129325" y="77606"/>
                </a:lnTo>
                <a:lnTo>
                  <a:pt x="95424" y="109950"/>
                </a:lnTo>
                <a:lnTo>
                  <a:pt x="68833" y="112902"/>
                </a:lnTo>
                <a:lnTo>
                  <a:pt x="137865" y="112902"/>
                </a:lnTo>
                <a:lnTo>
                  <a:pt x="155553" y="75271"/>
                </a:lnTo>
                <a:lnTo>
                  <a:pt x="155956" y="67056"/>
                </a:lnTo>
                <a:lnTo>
                  <a:pt x="155575" y="58842"/>
                </a:lnTo>
                <a:lnTo>
                  <a:pt x="142509" y="25844"/>
                </a:lnTo>
                <a:lnTo>
                  <a:pt x="138886" y="21971"/>
                </a:lnTo>
                <a:close/>
              </a:path>
              <a:path w="673100" h="255904">
                <a:moveTo>
                  <a:pt x="303817" y="101219"/>
                </a:moveTo>
                <a:lnTo>
                  <a:pt x="249300" y="101219"/>
                </a:lnTo>
                <a:lnTo>
                  <a:pt x="259496" y="101885"/>
                </a:lnTo>
                <a:lnTo>
                  <a:pt x="268382" y="103886"/>
                </a:lnTo>
                <a:lnTo>
                  <a:pt x="292990" y="133915"/>
                </a:lnTo>
                <a:lnTo>
                  <a:pt x="293750" y="144272"/>
                </a:lnTo>
                <a:lnTo>
                  <a:pt x="293750" y="149576"/>
                </a:lnTo>
                <a:lnTo>
                  <a:pt x="282440" y="149576"/>
                </a:lnTo>
                <a:lnTo>
                  <a:pt x="271367" y="149875"/>
                </a:lnTo>
                <a:lnTo>
                  <a:pt x="230012" y="153685"/>
                </a:lnTo>
                <a:lnTo>
                  <a:pt x="191593" y="169618"/>
                </a:lnTo>
                <a:lnTo>
                  <a:pt x="176771" y="215011"/>
                </a:lnTo>
                <a:lnTo>
                  <a:pt x="178434" y="222376"/>
                </a:lnTo>
                <a:lnTo>
                  <a:pt x="185359" y="234314"/>
                </a:lnTo>
                <a:lnTo>
                  <a:pt x="185912" y="235203"/>
                </a:lnTo>
                <a:lnTo>
                  <a:pt x="190372" y="240284"/>
                </a:lnTo>
                <a:lnTo>
                  <a:pt x="195960" y="244221"/>
                </a:lnTo>
                <a:lnTo>
                  <a:pt x="200227" y="247396"/>
                </a:lnTo>
                <a:lnTo>
                  <a:pt x="201692" y="248412"/>
                </a:lnTo>
                <a:lnTo>
                  <a:pt x="207915" y="251333"/>
                </a:lnTo>
                <a:lnTo>
                  <a:pt x="208125" y="251333"/>
                </a:lnTo>
                <a:lnTo>
                  <a:pt x="214375" y="252984"/>
                </a:lnTo>
                <a:lnTo>
                  <a:pt x="221106" y="254888"/>
                </a:lnTo>
                <a:lnTo>
                  <a:pt x="227710" y="255777"/>
                </a:lnTo>
                <a:lnTo>
                  <a:pt x="234060" y="255777"/>
                </a:lnTo>
                <a:lnTo>
                  <a:pt x="275664" y="244221"/>
                </a:lnTo>
                <a:lnTo>
                  <a:pt x="285113" y="235838"/>
                </a:lnTo>
                <a:lnTo>
                  <a:pt x="235712" y="235838"/>
                </a:lnTo>
                <a:lnTo>
                  <a:pt x="231012" y="235203"/>
                </a:lnTo>
                <a:lnTo>
                  <a:pt x="227012" y="234314"/>
                </a:lnTo>
                <a:lnTo>
                  <a:pt x="221741" y="233045"/>
                </a:lnTo>
                <a:lnTo>
                  <a:pt x="217550" y="231266"/>
                </a:lnTo>
                <a:lnTo>
                  <a:pt x="214052" y="228853"/>
                </a:lnTo>
                <a:lnTo>
                  <a:pt x="210057" y="226313"/>
                </a:lnTo>
                <a:lnTo>
                  <a:pt x="207137" y="223012"/>
                </a:lnTo>
                <a:lnTo>
                  <a:pt x="204850" y="219075"/>
                </a:lnTo>
                <a:lnTo>
                  <a:pt x="202564" y="215011"/>
                </a:lnTo>
                <a:lnTo>
                  <a:pt x="201421" y="210185"/>
                </a:lnTo>
                <a:lnTo>
                  <a:pt x="201519" y="196113"/>
                </a:lnTo>
                <a:lnTo>
                  <a:pt x="235575" y="172759"/>
                </a:lnTo>
                <a:lnTo>
                  <a:pt x="255929" y="169618"/>
                </a:lnTo>
                <a:lnTo>
                  <a:pt x="255551" y="169618"/>
                </a:lnTo>
                <a:lnTo>
                  <a:pt x="264263" y="169044"/>
                </a:lnTo>
                <a:lnTo>
                  <a:pt x="271811" y="168687"/>
                </a:lnTo>
                <a:lnTo>
                  <a:pt x="279312" y="168473"/>
                </a:lnTo>
                <a:lnTo>
                  <a:pt x="316610" y="168473"/>
                </a:lnTo>
                <a:lnTo>
                  <a:pt x="316610" y="141350"/>
                </a:lnTo>
                <a:lnTo>
                  <a:pt x="308297" y="107219"/>
                </a:lnTo>
                <a:lnTo>
                  <a:pt x="308228" y="107061"/>
                </a:lnTo>
                <a:lnTo>
                  <a:pt x="303817" y="101219"/>
                </a:lnTo>
                <a:close/>
              </a:path>
              <a:path w="673100" h="255904">
                <a:moveTo>
                  <a:pt x="316762" y="224409"/>
                </a:moveTo>
                <a:lnTo>
                  <a:pt x="295275" y="224409"/>
                </a:lnTo>
                <a:lnTo>
                  <a:pt x="295275" y="228853"/>
                </a:lnTo>
                <a:lnTo>
                  <a:pt x="295409" y="231266"/>
                </a:lnTo>
                <a:lnTo>
                  <a:pt x="295507" y="233045"/>
                </a:lnTo>
                <a:lnTo>
                  <a:pt x="295909" y="238251"/>
                </a:lnTo>
                <a:lnTo>
                  <a:pt x="296838" y="246634"/>
                </a:lnTo>
                <a:lnTo>
                  <a:pt x="296925" y="247396"/>
                </a:lnTo>
                <a:lnTo>
                  <a:pt x="297688" y="251333"/>
                </a:lnTo>
                <a:lnTo>
                  <a:pt x="319405" y="251333"/>
                </a:lnTo>
                <a:lnTo>
                  <a:pt x="318388" y="246634"/>
                </a:lnTo>
                <a:lnTo>
                  <a:pt x="317753" y="240791"/>
                </a:lnTo>
                <a:lnTo>
                  <a:pt x="317387" y="235838"/>
                </a:lnTo>
                <a:lnTo>
                  <a:pt x="317274" y="234314"/>
                </a:lnTo>
                <a:lnTo>
                  <a:pt x="316963" y="228853"/>
                </a:lnTo>
                <a:lnTo>
                  <a:pt x="316864" y="227075"/>
                </a:lnTo>
                <a:lnTo>
                  <a:pt x="316762" y="224409"/>
                </a:lnTo>
                <a:close/>
              </a:path>
              <a:path w="673100" h="255904">
                <a:moveTo>
                  <a:pt x="316610" y="168473"/>
                </a:moveTo>
                <a:lnTo>
                  <a:pt x="293750" y="168473"/>
                </a:lnTo>
                <a:lnTo>
                  <a:pt x="293750" y="188087"/>
                </a:lnTo>
                <a:lnTo>
                  <a:pt x="292481" y="195072"/>
                </a:lnTo>
                <a:lnTo>
                  <a:pt x="290194" y="201675"/>
                </a:lnTo>
                <a:lnTo>
                  <a:pt x="287908" y="208407"/>
                </a:lnTo>
                <a:lnTo>
                  <a:pt x="284480" y="214249"/>
                </a:lnTo>
                <a:lnTo>
                  <a:pt x="249046" y="235838"/>
                </a:lnTo>
                <a:lnTo>
                  <a:pt x="285113" y="235838"/>
                </a:lnTo>
                <a:lnTo>
                  <a:pt x="288609" y="232142"/>
                </a:lnTo>
                <a:lnTo>
                  <a:pt x="294417" y="224409"/>
                </a:lnTo>
                <a:lnTo>
                  <a:pt x="316762" y="224409"/>
                </a:lnTo>
                <a:lnTo>
                  <a:pt x="316684" y="222376"/>
                </a:lnTo>
                <a:lnTo>
                  <a:pt x="316610" y="168473"/>
                </a:lnTo>
                <a:close/>
              </a:path>
              <a:path w="673100" h="255904">
                <a:moveTo>
                  <a:pt x="251968" y="80899"/>
                </a:moveTo>
                <a:lnTo>
                  <a:pt x="213613" y="87757"/>
                </a:lnTo>
                <a:lnTo>
                  <a:pt x="186562" y="104648"/>
                </a:lnTo>
                <a:lnTo>
                  <a:pt x="200025" y="120650"/>
                </a:lnTo>
                <a:lnTo>
                  <a:pt x="204720" y="116482"/>
                </a:lnTo>
                <a:lnTo>
                  <a:pt x="209867" y="112744"/>
                </a:lnTo>
                <a:lnTo>
                  <a:pt x="249300" y="101219"/>
                </a:lnTo>
                <a:lnTo>
                  <a:pt x="303817" y="101219"/>
                </a:lnTo>
                <a:lnTo>
                  <a:pt x="303530" y="100837"/>
                </a:lnTo>
                <a:lnTo>
                  <a:pt x="264969" y="81851"/>
                </a:lnTo>
                <a:lnTo>
                  <a:pt x="258558" y="81137"/>
                </a:lnTo>
                <a:lnTo>
                  <a:pt x="251968" y="80899"/>
                </a:lnTo>
                <a:close/>
              </a:path>
              <a:path w="673100" h="255904">
                <a:moveTo>
                  <a:pt x="405764" y="85344"/>
                </a:moveTo>
                <a:lnTo>
                  <a:pt x="382650" y="85344"/>
                </a:lnTo>
                <a:lnTo>
                  <a:pt x="383043" y="89662"/>
                </a:lnTo>
                <a:lnTo>
                  <a:pt x="383158" y="90932"/>
                </a:lnTo>
                <a:lnTo>
                  <a:pt x="383306" y="94614"/>
                </a:lnTo>
                <a:lnTo>
                  <a:pt x="383413" y="97282"/>
                </a:lnTo>
                <a:lnTo>
                  <a:pt x="383524" y="100393"/>
                </a:lnTo>
                <a:lnTo>
                  <a:pt x="383635" y="103504"/>
                </a:lnTo>
                <a:lnTo>
                  <a:pt x="383746" y="106632"/>
                </a:lnTo>
                <a:lnTo>
                  <a:pt x="383839" y="109220"/>
                </a:lnTo>
                <a:lnTo>
                  <a:pt x="383920" y="111506"/>
                </a:lnTo>
                <a:lnTo>
                  <a:pt x="384047" y="251333"/>
                </a:lnTo>
                <a:lnTo>
                  <a:pt x="408305" y="251333"/>
                </a:lnTo>
                <a:lnTo>
                  <a:pt x="408305" y="166115"/>
                </a:lnTo>
                <a:lnTo>
                  <a:pt x="408564" y="158061"/>
                </a:lnTo>
                <a:lnTo>
                  <a:pt x="422909" y="118110"/>
                </a:lnTo>
                <a:lnTo>
                  <a:pt x="426910" y="113537"/>
                </a:lnTo>
                <a:lnTo>
                  <a:pt x="407162" y="113537"/>
                </a:lnTo>
                <a:lnTo>
                  <a:pt x="405821" y="85988"/>
                </a:lnTo>
                <a:lnTo>
                  <a:pt x="405764" y="85344"/>
                </a:lnTo>
                <a:close/>
              </a:path>
              <a:path w="673100" h="255904">
                <a:moveTo>
                  <a:pt x="466978" y="81025"/>
                </a:moveTo>
                <a:lnTo>
                  <a:pt x="459209" y="81025"/>
                </a:lnTo>
                <a:lnTo>
                  <a:pt x="451499" y="81534"/>
                </a:lnTo>
                <a:lnTo>
                  <a:pt x="452176" y="81534"/>
                </a:lnTo>
                <a:lnTo>
                  <a:pt x="444277" y="83169"/>
                </a:lnTo>
                <a:lnTo>
                  <a:pt x="411880" y="106632"/>
                </a:lnTo>
                <a:lnTo>
                  <a:pt x="407924" y="113537"/>
                </a:lnTo>
                <a:lnTo>
                  <a:pt x="426910" y="113537"/>
                </a:lnTo>
                <a:lnTo>
                  <a:pt x="427355" y="113029"/>
                </a:lnTo>
                <a:lnTo>
                  <a:pt x="432434" y="109220"/>
                </a:lnTo>
                <a:lnTo>
                  <a:pt x="438403" y="106934"/>
                </a:lnTo>
                <a:lnTo>
                  <a:pt x="444372" y="104521"/>
                </a:lnTo>
                <a:lnTo>
                  <a:pt x="449791" y="103504"/>
                </a:lnTo>
                <a:lnTo>
                  <a:pt x="474113" y="103504"/>
                </a:lnTo>
                <a:lnTo>
                  <a:pt x="477067" y="83169"/>
                </a:lnTo>
                <a:lnTo>
                  <a:pt x="477138" y="82676"/>
                </a:lnTo>
                <a:lnTo>
                  <a:pt x="474471" y="82041"/>
                </a:lnTo>
                <a:lnTo>
                  <a:pt x="471931" y="81534"/>
                </a:lnTo>
                <a:lnTo>
                  <a:pt x="466978" y="81025"/>
                </a:lnTo>
                <a:close/>
              </a:path>
              <a:path w="673100" h="255904">
                <a:moveTo>
                  <a:pt x="474113" y="103504"/>
                </a:moveTo>
                <a:lnTo>
                  <a:pt x="463550" y="103504"/>
                </a:lnTo>
                <a:lnTo>
                  <a:pt x="470153" y="104521"/>
                </a:lnTo>
                <a:lnTo>
                  <a:pt x="472439" y="104901"/>
                </a:lnTo>
                <a:lnTo>
                  <a:pt x="473837" y="105410"/>
                </a:lnTo>
                <a:lnTo>
                  <a:pt x="474113" y="103504"/>
                </a:lnTo>
                <a:close/>
              </a:path>
              <a:path w="673100" h="255904">
                <a:moveTo>
                  <a:pt x="541655" y="105410"/>
                </a:moveTo>
                <a:lnTo>
                  <a:pt x="517525" y="105410"/>
                </a:lnTo>
                <a:lnTo>
                  <a:pt x="517525" y="218312"/>
                </a:lnTo>
                <a:lnTo>
                  <a:pt x="541019" y="250571"/>
                </a:lnTo>
                <a:lnTo>
                  <a:pt x="555751" y="253491"/>
                </a:lnTo>
                <a:lnTo>
                  <a:pt x="565657" y="253491"/>
                </a:lnTo>
                <a:lnTo>
                  <a:pt x="570738" y="253111"/>
                </a:lnTo>
                <a:lnTo>
                  <a:pt x="575309" y="252222"/>
                </a:lnTo>
                <a:lnTo>
                  <a:pt x="579882" y="251460"/>
                </a:lnTo>
                <a:lnTo>
                  <a:pt x="584326" y="250189"/>
                </a:lnTo>
                <a:lnTo>
                  <a:pt x="588518" y="248665"/>
                </a:lnTo>
                <a:lnTo>
                  <a:pt x="587765" y="233045"/>
                </a:lnTo>
                <a:lnTo>
                  <a:pt x="562990" y="233045"/>
                </a:lnTo>
                <a:lnTo>
                  <a:pt x="559688" y="232537"/>
                </a:lnTo>
                <a:lnTo>
                  <a:pt x="556640" y="231648"/>
                </a:lnTo>
                <a:lnTo>
                  <a:pt x="553593" y="230886"/>
                </a:lnTo>
                <a:lnTo>
                  <a:pt x="550926" y="229235"/>
                </a:lnTo>
                <a:lnTo>
                  <a:pt x="541716" y="209041"/>
                </a:lnTo>
                <a:lnTo>
                  <a:pt x="541655" y="105410"/>
                </a:lnTo>
                <a:close/>
              </a:path>
              <a:path w="673100" h="255904">
                <a:moveTo>
                  <a:pt x="587501" y="227584"/>
                </a:moveTo>
                <a:lnTo>
                  <a:pt x="584200" y="229235"/>
                </a:lnTo>
                <a:lnTo>
                  <a:pt x="580770" y="230504"/>
                </a:lnTo>
                <a:lnTo>
                  <a:pt x="573277" y="232537"/>
                </a:lnTo>
                <a:lnTo>
                  <a:pt x="569849" y="233045"/>
                </a:lnTo>
                <a:lnTo>
                  <a:pt x="587765" y="233045"/>
                </a:lnTo>
                <a:lnTo>
                  <a:pt x="587642" y="230504"/>
                </a:lnTo>
                <a:lnTo>
                  <a:pt x="587581" y="229235"/>
                </a:lnTo>
                <a:lnTo>
                  <a:pt x="587501" y="227584"/>
                </a:lnTo>
                <a:close/>
              </a:path>
              <a:path w="673100" h="255904">
                <a:moveTo>
                  <a:pt x="588518" y="85344"/>
                </a:moveTo>
                <a:lnTo>
                  <a:pt x="483107" y="85344"/>
                </a:lnTo>
                <a:lnTo>
                  <a:pt x="483107" y="105410"/>
                </a:lnTo>
                <a:lnTo>
                  <a:pt x="588518" y="105410"/>
                </a:lnTo>
                <a:lnTo>
                  <a:pt x="588518" y="85344"/>
                </a:lnTo>
                <a:close/>
              </a:path>
              <a:path w="673100" h="255904">
                <a:moveTo>
                  <a:pt x="541655" y="38353"/>
                </a:moveTo>
                <a:lnTo>
                  <a:pt x="517525" y="38353"/>
                </a:lnTo>
                <a:lnTo>
                  <a:pt x="517525" y="85344"/>
                </a:lnTo>
                <a:lnTo>
                  <a:pt x="541655" y="85344"/>
                </a:lnTo>
                <a:lnTo>
                  <a:pt x="541655" y="38353"/>
                </a:lnTo>
                <a:close/>
              </a:path>
              <a:path w="673100" h="255904">
                <a:moveTo>
                  <a:pt x="659383" y="83058"/>
                </a:moveTo>
                <a:lnTo>
                  <a:pt x="648081" y="83058"/>
                </a:lnTo>
                <a:lnTo>
                  <a:pt x="643508" y="84962"/>
                </a:lnTo>
                <a:lnTo>
                  <a:pt x="639952" y="88900"/>
                </a:lnTo>
                <a:lnTo>
                  <a:pt x="636524" y="92837"/>
                </a:lnTo>
                <a:lnTo>
                  <a:pt x="634745" y="97282"/>
                </a:lnTo>
                <a:lnTo>
                  <a:pt x="634745" y="107187"/>
                </a:lnTo>
                <a:lnTo>
                  <a:pt x="636524" y="111633"/>
                </a:lnTo>
                <a:lnTo>
                  <a:pt x="639952" y="115570"/>
                </a:lnTo>
                <a:lnTo>
                  <a:pt x="643508" y="119379"/>
                </a:lnTo>
                <a:lnTo>
                  <a:pt x="648081" y="121412"/>
                </a:lnTo>
                <a:lnTo>
                  <a:pt x="659383" y="121412"/>
                </a:lnTo>
                <a:lnTo>
                  <a:pt x="664082" y="119379"/>
                </a:lnTo>
                <a:lnTo>
                  <a:pt x="667638" y="115570"/>
                </a:lnTo>
                <a:lnTo>
                  <a:pt x="671194" y="111633"/>
                </a:lnTo>
                <a:lnTo>
                  <a:pt x="672972" y="107187"/>
                </a:lnTo>
                <a:lnTo>
                  <a:pt x="672972" y="97282"/>
                </a:lnTo>
                <a:lnTo>
                  <a:pt x="671194" y="92837"/>
                </a:lnTo>
                <a:lnTo>
                  <a:pt x="664082" y="84962"/>
                </a:lnTo>
                <a:lnTo>
                  <a:pt x="659383" y="83058"/>
                </a:lnTo>
                <a:close/>
              </a:path>
              <a:path w="673100" h="255904">
                <a:moveTo>
                  <a:pt x="659383" y="215137"/>
                </a:moveTo>
                <a:lnTo>
                  <a:pt x="648081" y="215137"/>
                </a:lnTo>
                <a:lnTo>
                  <a:pt x="643508" y="217170"/>
                </a:lnTo>
                <a:lnTo>
                  <a:pt x="636524" y="224916"/>
                </a:lnTo>
                <a:lnTo>
                  <a:pt x="634745" y="229488"/>
                </a:lnTo>
                <a:lnTo>
                  <a:pt x="634745" y="239395"/>
                </a:lnTo>
                <a:lnTo>
                  <a:pt x="636524" y="243839"/>
                </a:lnTo>
                <a:lnTo>
                  <a:pt x="643508" y="251587"/>
                </a:lnTo>
                <a:lnTo>
                  <a:pt x="648081" y="253491"/>
                </a:lnTo>
                <a:lnTo>
                  <a:pt x="659383" y="253491"/>
                </a:lnTo>
                <a:lnTo>
                  <a:pt x="664082" y="251587"/>
                </a:lnTo>
                <a:lnTo>
                  <a:pt x="667638" y="247650"/>
                </a:lnTo>
                <a:lnTo>
                  <a:pt x="671194" y="243839"/>
                </a:lnTo>
                <a:lnTo>
                  <a:pt x="672972" y="239395"/>
                </a:lnTo>
                <a:lnTo>
                  <a:pt x="672972" y="229488"/>
                </a:lnTo>
                <a:lnTo>
                  <a:pt x="671194" y="224916"/>
                </a:lnTo>
                <a:lnTo>
                  <a:pt x="667638" y="221107"/>
                </a:lnTo>
                <a:lnTo>
                  <a:pt x="664082" y="217170"/>
                </a:lnTo>
                <a:lnTo>
                  <a:pt x="659383" y="215137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15942" y="5203189"/>
            <a:ext cx="1377315" cy="255904"/>
          </a:xfrm>
          <a:custGeom>
            <a:avLst/>
            <a:gdLst/>
            <a:ahLst/>
            <a:cxnLst/>
            <a:rect l="l" t="t" r="r" b="b"/>
            <a:pathLst>
              <a:path w="1377314" h="255904">
                <a:moveTo>
                  <a:pt x="151536" y="0"/>
                </a:moveTo>
                <a:lnTo>
                  <a:pt x="0" y="0"/>
                </a:lnTo>
                <a:lnTo>
                  <a:pt x="0" y="251333"/>
                </a:lnTo>
                <a:lnTo>
                  <a:pt x="25488" y="251333"/>
                </a:lnTo>
                <a:lnTo>
                  <a:pt x="25488" y="132461"/>
                </a:lnTo>
                <a:lnTo>
                  <a:pt x="142697" y="132461"/>
                </a:lnTo>
                <a:lnTo>
                  <a:pt x="142697" y="110109"/>
                </a:lnTo>
                <a:lnTo>
                  <a:pt x="25488" y="110109"/>
                </a:lnTo>
                <a:lnTo>
                  <a:pt x="25488" y="22733"/>
                </a:lnTo>
                <a:lnTo>
                  <a:pt x="151536" y="22733"/>
                </a:lnTo>
                <a:lnTo>
                  <a:pt x="151536" y="0"/>
                </a:lnTo>
                <a:close/>
              </a:path>
              <a:path w="1377314" h="255904">
                <a:moveTo>
                  <a:pt x="211683" y="85344"/>
                </a:moveTo>
                <a:lnTo>
                  <a:pt x="187553" y="85344"/>
                </a:lnTo>
                <a:lnTo>
                  <a:pt x="187553" y="187071"/>
                </a:lnTo>
                <a:lnTo>
                  <a:pt x="188373" y="199390"/>
                </a:lnTo>
                <a:lnTo>
                  <a:pt x="188483" y="201041"/>
                </a:lnTo>
                <a:lnTo>
                  <a:pt x="203301" y="236855"/>
                </a:lnTo>
                <a:lnTo>
                  <a:pt x="250799" y="255778"/>
                </a:lnTo>
                <a:lnTo>
                  <a:pt x="259540" y="255206"/>
                </a:lnTo>
                <a:lnTo>
                  <a:pt x="298202" y="236156"/>
                </a:lnTo>
                <a:lnTo>
                  <a:pt x="298786" y="235458"/>
                </a:lnTo>
                <a:lnTo>
                  <a:pt x="248005" y="235458"/>
                </a:lnTo>
                <a:lnTo>
                  <a:pt x="240766" y="234061"/>
                </a:lnTo>
                <a:lnTo>
                  <a:pt x="234924" y="231140"/>
                </a:lnTo>
                <a:lnTo>
                  <a:pt x="229082" y="228346"/>
                </a:lnTo>
                <a:lnTo>
                  <a:pt x="224510" y="224409"/>
                </a:lnTo>
                <a:lnTo>
                  <a:pt x="217738" y="214376"/>
                </a:lnTo>
                <a:lnTo>
                  <a:pt x="217652" y="214249"/>
                </a:lnTo>
                <a:lnTo>
                  <a:pt x="215239" y="208153"/>
                </a:lnTo>
                <a:lnTo>
                  <a:pt x="213842" y="201041"/>
                </a:lnTo>
                <a:lnTo>
                  <a:pt x="212318" y="193929"/>
                </a:lnTo>
                <a:lnTo>
                  <a:pt x="211774" y="187071"/>
                </a:lnTo>
                <a:lnTo>
                  <a:pt x="211683" y="85344"/>
                </a:lnTo>
                <a:close/>
              </a:path>
              <a:path w="1377314" h="255904">
                <a:moveTo>
                  <a:pt x="331524" y="223012"/>
                </a:moveTo>
                <a:lnTo>
                  <a:pt x="308203" y="223012"/>
                </a:lnTo>
                <a:lnTo>
                  <a:pt x="308261" y="226665"/>
                </a:lnTo>
                <a:lnTo>
                  <a:pt x="308366" y="231521"/>
                </a:lnTo>
                <a:lnTo>
                  <a:pt x="308543" y="234061"/>
                </a:lnTo>
                <a:lnTo>
                  <a:pt x="308640" y="235458"/>
                </a:lnTo>
                <a:lnTo>
                  <a:pt x="308729" y="236855"/>
                </a:lnTo>
                <a:lnTo>
                  <a:pt x="308847" y="239395"/>
                </a:lnTo>
                <a:lnTo>
                  <a:pt x="308965" y="241935"/>
                </a:lnTo>
                <a:lnTo>
                  <a:pt x="309667" y="250634"/>
                </a:lnTo>
                <a:lnTo>
                  <a:pt x="309727" y="251333"/>
                </a:lnTo>
                <a:lnTo>
                  <a:pt x="332841" y="251333"/>
                </a:lnTo>
                <a:lnTo>
                  <a:pt x="332437" y="246888"/>
                </a:lnTo>
                <a:lnTo>
                  <a:pt x="332333" y="245745"/>
                </a:lnTo>
                <a:lnTo>
                  <a:pt x="332181" y="241935"/>
                </a:lnTo>
                <a:lnTo>
                  <a:pt x="332079" y="239395"/>
                </a:lnTo>
                <a:lnTo>
                  <a:pt x="331963" y="236156"/>
                </a:lnTo>
                <a:lnTo>
                  <a:pt x="331889" y="234061"/>
                </a:lnTo>
                <a:lnTo>
                  <a:pt x="331784" y="231140"/>
                </a:lnTo>
                <a:lnTo>
                  <a:pt x="331684" y="228346"/>
                </a:lnTo>
                <a:lnTo>
                  <a:pt x="331566" y="224917"/>
                </a:lnTo>
                <a:lnTo>
                  <a:pt x="331524" y="223012"/>
                </a:lnTo>
                <a:close/>
              </a:path>
              <a:path w="1377314" h="255904">
                <a:moveTo>
                  <a:pt x="331444" y="85344"/>
                </a:moveTo>
                <a:lnTo>
                  <a:pt x="307187" y="85344"/>
                </a:lnTo>
                <a:lnTo>
                  <a:pt x="307187" y="170434"/>
                </a:lnTo>
                <a:lnTo>
                  <a:pt x="306925" y="178458"/>
                </a:lnTo>
                <a:lnTo>
                  <a:pt x="296336" y="214249"/>
                </a:lnTo>
                <a:lnTo>
                  <a:pt x="296265" y="214376"/>
                </a:lnTo>
                <a:lnTo>
                  <a:pt x="291566" y="219710"/>
                </a:lnTo>
                <a:lnTo>
                  <a:pt x="286867" y="224917"/>
                </a:lnTo>
                <a:lnTo>
                  <a:pt x="281533" y="228981"/>
                </a:lnTo>
                <a:lnTo>
                  <a:pt x="275437" y="231521"/>
                </a:lnTo>
                <a:lnTo>
                  <a:pt x="269468" y="234188"/>
                </a:lnTo>
                <a:lnTo>
                  <a:pt x="263245" y="235458"/>
                </a:lnTo>
                <a:lnTo>
                  <a:pt x="298786" y="235458"/>
                </a:lnTo>
                <a:lnTo>
                  <a:pt x="303421" y="229917"/>
                </a:lnTo>
                <a:lnTo>
                  <a:pt x="307568" y="223012"/>
                </a:lnTo>
                <a:lnTo>
                  <a:pt x="331524" y="223012"/>
                </a:lnTo>
                <a:lnTo>
                  <a:pt x="331444" y="85344"/>
                </a:lnTo>
                <a:close/>
              </a:path>
              <a:path w="1377314" h="255904">
                <a:moveTo>
                  <a:pt x="422503" y="85344"/>
                </a:moveTo>
                <a:lnTo>
                  <a:pt x="399389" y="85344"/>
                </a:lnTo>
                <a:lnTo>
                  <a:pt x="399782" y="89662"/>
                </a:lnTo>
                <a:lnTo>
                  <a:pt x="399805" y="89916"/>
                </a:lnTo>
                <a:lnTo>
                  <a:pt x="399922" y="91561"/>
                </a:lnTo>
                <a:lnTo>
                  <a:pt x="400044" y="94615"/>
                </a:lnTo>
                <a:lnTo>
                  <a:pt x="400151" y="97282"/>
                </a:lnTo>
                <a:lnTo>
                  <a:pt x="400242" y="99822"/>
                </a:lnTo>
                <a:lnTo>
                  <a:pt x="400342" y="102616"/>
                </a:lnTo>
                <a:lnTo>
                  <a:pt x="400432" y="105156"/>
                </a:lnTo>
                <a:lnTo>
                  <a:pt x="400546" y="108331"/>
                </a:lnTo>
                <a:lnTo>
                  <a:pt x="400659" y="111506"/>
                </a:lnTo>
                <a:lnTo>
                  <a:pt x="400786" y="251333"/>
                </a:lnTo>
                <a:lnTo>
                  <a:pt x="425043" y="251333"/>
                </a:lnTo>
                <a:lnTo>
                  <a:pt x="425043" y="166116"/>
                </a:lnTo>
                <a:lnTo>
                  <a:pt x="425307" y="158037"/>
                </a:lnTo>
                <a:lnTo>
                  <a:pt x="440664" y="116967"/>
                </a:lnTo>
                <a:lnTo>
                  <a:pt x="443759" y="113538"/>
                </a:lnTo>
                <a:lnTo>
                  <a:pt x="423900" y="113538"/>
                </a:lnTo>
                <a:lnTo>
                  <a:pt x="423801" y="106632"/>
                </a:lnTo>
                <a:lnTo>
                  <a:pt x="423750" y="105156"/>
                </a:lnTo>
                <a:lnTo>
                  <a:pt x="423633" y="102616"/>
                </a:lnTo>
                <a:lnTo>
                  <a:pt x="423531" y="100393"/>
                </a:lnTo>
                <a:lnTo>
                  <a:pt x="423505" y="99822"/>
                </a:lnTo>
                <a:lnTo>
                  <a:pt x="423388" y="97282"/>
                </a:lnTo>
                <a:lnTo>
                  <a:pt x="423265" y="94615"/>
                </a:lnTo>
                <a:lnTo>
                  <a:pt x="423030" y="91561"/>
                </a:lnTo>
                <a:lnTo>
                  <a:pt x="422560" y="85988"/>
                </a:lnTo>
                <a:lnTo>
                  <a:pt x="422503" y="85344"/>
                </a:lnTo>
                <a:close/>
              </a:path>
              <a:path w="1377314" h="255904">
                <a:moveTo>
                  <a:pt x="529759" y="101219"/>
                </a:moveTo>
                <a:lnTo>
                  <a:pt x="484098" y="101219"/>
                </a:lnTo>
                <a:lnTo>
                  <a:pt x="491464" y="102616"/>
                </a:lnTo>
                <a:lnTo>
                  <a:pt x="497572" y="105664"/>
                </a:lnTo>
                <a:lnTo>
                  <a:pt x="519658" y="142748"/>
                </a:lnTo>
                <a:lnTo>
                  <a:pt x="520420" y="251333"/>
                </a:lnTo>
                <a:lnTo>
                  <a:pt x="544677" y="251333"/>
                </a:lnTo>
                <a:lnTo>
                  <a:pt x="544677" y="149479"/>
                </a:lnTo>
                <a:lnTo>
                  <a:pt x="543840" y="137160"/>
                </a:lnTo>
                <a:lnTo>
                  <a:pt x="543736" y="135636"/>
                </a:lnTo>
                <a:lnTo>
                  <a:pt x="543679" y="134790"/>
                </a:lnTo>
                <a:lnTo>
                  <a:pt x="540707" y="121666"/>
                </a:lnTo>
                <a:lnTo>
                  <a:pt x="535802" y="110109"/>
                </a:lnTo>
                <a:lnTo>
                  <a:pt x="535730" y="109938"/>
                </a:lnTo>
                <a:lnTo>
                  <a:pt x="529759" y="101219"/>
                </a:lnTo>
                <a:close/>
              </a:path>
              <a:path w="1377314" h="255904">
                <a:moveTo>
                  <a:pt x="481431" y="80899"/>
                </a:moveTo>
                <a:lnTo>
                  <a:pt x="440218" y="94821"/>
                </a:lnTo>
                <a:lnTo>
                  <a:pt x="424662" y="113538"/>
                </a:lnTo>
                <a:lnTo>
                  <a:pt x="443759" y="113538"/>
                </a:lnTo>
                <a:lnTo>
                  <a:pt x="445363" y="111760"/>
                </a:lnTo>
                <a:lnTo>
                  <a:pt x="450824" y="107696"/>
                </a:lnTo>
                <a:lnTo>
                  <a:pt x="456793" y="105156"/>
                </a:lnTo>
                <a:lnTo>
                  <a:pt x="462478" y="102616"/>
                </a:lnTo>
                <a:lnTo>
                  <a:pt x="462140" y="102616"/>
                </a:lnTo>
                <a:lnTo>
                  <a:pt x="468985" y="101219"/>
                </a:lnTo>
                <a:lnTo>
                  <a:pt x="529759" y="101219"/>
                </a:lnTo>
                <a:lnTo>
                  <a:pt x="528802" y="99822"/>
                </a:lnTo>
                <a:lnTo>
                  <a:pt x="519900" y="91561"/>
                </a:lnTo>
                <a:lnTo>
                  <a:pt x="509022" y="85645"/>
                </a:lnTo>
                <a:lnTo>
                  <a:pt x="496191" y="82087"/>
                </a:lnTo>
                <a:lnTo>
                  <a:pt x="481431" y="80899"/>
                </a:lnTo>
                <a:close/>
              </a:path>
              <a:path w="1377314" h="255904">
                <a:moveTo>
                  <a:pt x="689457" y="80899"/>
                </a:moveTo>
                <a:lnTo>
                  <a:pt x="678414" y="81371"/>
                </a:lnTo>
                <a:lnTo>
                  <a:pt x="679171" y="81371"/>
                </a:lnTo>
                <a:lnTo>
                  <a:pt x="670121" y="82581"/>
                </a:lnTo>
                <a:lnTo>
                  <a:pt x="631039" y="100290"/>
                </a:lnTo>
                <a:lnTo>
                  <a:pt x="607034" y="133477"/>
                </a:lnTo>
                <a:lnTo>
                  <a:pt x="600684" y="168402"/>
                </a:lnTo>
                <a:lnTo>
                  <a:pt x="600975" y="175329"/>
                </a:lnTo>
                <a:lnTo>
                  <a:pt x="614654" y="218027"/>
                </a:lnTo>
                <a:lnTo>
                  <a:pt x="644997" y="245530"/>
                </a:lnTo>
                <a:lnTo>
                  <a:pt x="689457" y="255778"/>
                </a:lnTo>
                <a:lnTo>
                  <a:pt x="698291" y="255353"/>
                </a:lnTo>
                <a:lnTo>
                  <a:pt x="699373" y="255353"/>
                </a:lnTo>
                <a:lnTo>
                  <a:pt x="740749" y="238648"/>
                </a:lnTo>
                <a:lnTo>
                  <a:pt x="744754" y="235077"/>
                </a:lnTo>
                <a:lnTo>
                  <a:pt x="689457" y="235077"/>
                </a:lnTo>
                <a:lnTo>
                  <a:pt x="682313" y="234745"/>
                </a:lnTo>
                <a:lnTo>
                  <a:pt x="643229" y="215646"/>
                </a:lnTo>
                <a:lnTo>
                  <a:pt x="637768" y="209677"/>
                </a:lnTo>
                <a:lnTo>
                  <a:pt x="626084" y="168402"/>
                </a:lnTo>
                <a:lnTo>
                  <a:pt x="626368" y="161379"/>
                </a:lnTo>
                <a:lnTo>
                  <a:pt x="643356" y="120523"/>
                </a:lnTo>
                <a:lnTo>
                  <a:pt x="682270" y="101601"/>
                </a:lnTo>
                <a:lnTo>
                  <a:pt x="681491" y="101601"/>
                </a:lnTo>
                <a:lnTo>
                  <a:pt x="689711" y="101219"/>
                </a:lnTo>
                <a:lnTo>
                  <a:pt x="743390" y="101219"/>
                </a:lnTo>
                <a:lnTo>
                  <a:pt x="738892" y="97234"/>
                </a:lnTo>
                <a:lnTo>
                  <a:pt x="697791" y="81371"/>
                </a:lnTo>
                <a:lnTo>
                  <a:pt x="689457" y="80899"/>
                </a:lnTo>
                <a:close/>
              </a:path>
              <a:path w="1377314" h="255904">
                <a:moveTo>
                  <a:pt x="734542" y="213360"/>
                </a:moveTo>
                <a:lnTo>
                  <a:pt x="696770" y="234745"/>
                </a:lnTo>
                <a:lnTo>
                  <a:pt x="696083" y="234745"/>
                </a:lnTo>
                <a:lnTo>
                  <a:pt x="689457" y="235077"/>
                </a:lnTo>
                <a:lnTo>
                  <a:pt x="744754" y="235077"/>
                </a:lnTo>
                <a:lnTo>
                  <a:pt x="746954" y="233114"/>
                </a:lnTo>
                <a:lnTo>
                  <a:pt x="752576" y="226949"/>
                </a:lnTo>
                <a:lnTo>
                  <a:pt x="734542" y="213360"/>
                </a:lnTo>
                <a:close/>
              </a:path>
              <a:path w="1377314" h="255904">
                <a:moveTo>
                  <a:pt x="743390" y="101219"/>
                </a:moveTo>
                <a:lnTo>
                  <a:pt x="689711" y="101219"/>
                </a:lnTo>
                <a:lnTo>
                  <a:pt x="696355" y="101601"/>
                </a:lnTo>
                <a:lnTo>
                  <a:pt x="702760" y="102758"/>
                </a:lnTo>
                <a:lnTo>
                  <a:pt x="732256" y="123317"/>
                </a:lnTo>
                <a:lnTo>
                  <a:pt x="751179" y="109728"/>
                </a:lnTo>
                <a:lnTo>
                  <a:pt x="745440" y="103034"/>
                </a:lnTo>
                <a:lnTo>
                  <a:pt x="743390" y="101219"/>
                </a:lnTo>
                <a:close/>
              </a:path>
              <a:path w="1377314" h="255904">
                <a:moveTo>
                  <a:pt x="825093" y="105410"/>
                </a:moveTo>
                <a:lnTo>
                  <a:pt x="800963" y="105410"/>
                </a:lnTo>
                <a:lnTo>
                  <a:pt x="800963" y="218313"/>
                </a:lnTo>
                <a:lnTo>
                  <a:pt x="824458" y="250571"/>
                </a:lnTo>
                <a:lnTo>
                  <a:pt x="839190" y="253492"/>
                </a:lnTo>
                <a:lnTo>
                  <a:pt x="849096" y="253492"/>
                </a:lnTo>
                <a:lnTo>
                  <a:pt x="854176" y="253111"/>
                </a:lnTo>
                <a:lnTo>
                  <a:pt x="858748" y="252222"/>
                </a:lnTo>
                <a:lnTo>
                  <a:pt x="863320" y="251460"/>
                </a:lnTo>
                <a:lnTo>
                  <a:pt x="867765" y="250190"/>
                </a:lnTo>
                <a:lnTo>
                  <a:pt x="871956" y="248666"/>
                </a:lnTo>
                <a:lnTo>
                  <a:pt x="871203" y="233045"/>
                </a:lnTo>
                <a:lnTo>
                  <a:pt x="846429" y="233045"/>
                </a:lnTo>
                <a:lnTo>
                  <a:pt x="843127" y="232537"/>
                </a:lnTo>
                <a:lnTo>
                  <a:pt x="840079" y="231648"/>
                </a:lnTo>
                <a:lnTo>
                  <a:pt x="837031" y="230886"/>
                </a:lnTo>
                <a:lnTo>
                  <a:pt x="834364" y="229235"/>
                </a:lnTo>
                <a:lnTo>
                  <a:pt x="825155" y="209042"/>
                </a:lnTo>
                <a:lnTo>
                  <a:pt x="825093" y="105410"/>
                </a:lnTo>
                <a:close/>
              </a:path>
              <a:path w="1377314" h="255904">
                <a:moveTo>
                  <a:pt x="870940" y="227584"/>
                </a:moveTo>
                <a:lnTo>
                  <a:pt x="867638" y="229235"/>
                </a:lnTo>
                <a:lnTo>
                  <a:pt x="864209" y="230505"/>
                </a:lnTo>
                <a:lnTo>
                  <a:pt x="856716" y="232537"/>
                </a:lnTo>
                <a:lnTo>
                  <a:pt x="853287" y="233045"/>
                </a:lnTo>
                <a:lnTo>
                  <a:pt x="871203" y="233045"/>
                </a:lnTo>
                <a:lnTo>
                  <a:pt x="871081" y="230505"/>
                </a:lnTo>
                <a:lnTo>
                  <a:pt x="871020" y="229235"/>
                </a:lnTo>
                <a:lnTo>
                  <a:pt x="870940" y="227584"/>
                </a:lnTo>
                <a:close/>
              </a:path>
              <a:path w="1377314" h="255904">
                <a:moveTo>
                  <a:pt x="871956" y="85344"/>
                </a:moveTo>
                <a:lnTo>
                  <a:pt x="766546" y="85344"/>
                </a:lnTo>
                <a:lnTo>
                  <a:pt x="766546" y="105410"/>
                </a:lnTo>
                <a:lnTo>
                  <a:pt x="871956" y="105410"/>
                </a:lnTo>
                <a:lnTo>
                  <a:pt x="871956" y="85344"/>
                </a:lnTo>
                <a:close/>
              </a:path>
              <a:path w="1377314" h="255904">
                <a:moveTo>
                  <a:pt x="825093" y="38354"/>
                </a:moveTo>
                <a:lnTo>
                  <a:pt x="800963" y="38354"/>
                </a:lnTo>
                <a:lnTo>
                  <a:pt x="800963" y="85344"/>
                </a:lnTo>
                <a:lnTo>
                  <a:pt x="825093" y="85344"/>
                </a:lnTo>
                <a:lnTo>
                  <a:pt x="825093" y="38354"/>
                </a:lnTo>
                <a:close/>
              </a:path>
              <a:path w="1377314" h="255904">
                <a:moveTo>
                  <a:pt x="932662" y="4318"/>
                </a:moveTo>
                <a:lnTo>
                  <a:pt x="924153" y="4318"/>
                </a:lnTo>
                <a:lnTo>
                  <a:pt x="920216" y="5969"/>
                </a:lnTo>
                <a:lnTo>
                  <a:pt x="913104" y="12319"/>
                </a:lnTo>
                <a:lnTo>
                  <a:pt x="911326" y="16383"/>
                </a:lnTo>
                <a:lnTo>
                  <a:pt x="911326" y="26289"/>
                </a:lnTo>
                <a:lnTo>
                  <a:pt x="913104" y="30353"/>
                </a:lnTo>
                <a:lnTo>
                  <a:pt x="920216" y="36703"/>
                </a:lnTo>
                <a:lnTo>
                  <a:pt x="924153" y="38354"/>
                </a:lnTo>
                <a:lnTo>
                  <a:pt x="932662" y="38354"/>
                </a:lnTo>
                <a:lnTo>
                  <a:pt x="936599" y="36703"/>
                </a:lnTo>
                <a:lnTo>
                  <a:pt x="940028" y="33528"/>
                </a:lnTo>
                <a:lnTo>
                  <a:pt x="943584" y="30353"/>
                </a:lnTo>
                <a:lnTo>
                  <a:pt x="945362" y="26289"/>
                </a:lnTo>
                <a:lnTo>
                  <a:pt x="945362" y="16383"/>
                </a:lnTo>
                <a:lnTo>
                  <a:pt x="943584" y="12319"/>
                </a:lnTo>
                <a:lnTo>
                  <a:pt x="940028" y="9144"/>
                </a:lnTo>
                <a:lnTo>
                  <a:pt x="936599" y="5969"/>
                </a:lnTo>
                <a:lnTo>
                  <a:pt x="932662" y="4318"/>
                </a:lnTo>
                <a:close/>
              </a:path>
              <a:path w="1377314" h="255904">
                <a:moveTo>
                  <a:pt x="940536" y="85344"/>
                </a:moveTo>
                <a:lnTo>
                  <a:pt x="916279" y="85344"/>
                </a:lnTo>
                <a:lnTo>
                  <a:pt x="916279" y="251333"/>
                </a:lnTo>
                <a:lnTo>
                  <a:pt x="940536" y="251333"/>
                </a:lnTo>
                <a:lnTo>
                  <a:pt x="940536" y="85344"/>
                </a:lnTo>
                <a:close/>
              </a:path>
              <a:path w="1377314" h="255904">
                <a:moveTo>
                  <a:pt x="1086840" y="80899"/>
                </a:moveTo>
                <a:lnTo>
                  <a:pt x="1043448" y="91146"/>
                </a:lnTo>
                <a:lnTo>
                  <a:pt x="1012736" y="118586"/>
                </a:lnTo>
                <a:lnTo>
                  <a:pt x="998853" y="159087"/>
                </a:lnTo>
                <a:lnTo>
                  <a:pt x="998448" y="168402"/>
                </a:lnTo>
                <a:lnTo>
                  <a:pt x="998748" y="175184"/>
                </a:lnTo>
                <a:lnTo>
                  <a:pt x="998853" y="177569"/>
                </a:lnTo>
                <a:lnTo>
                  <a:pt x="1000067" y="186404"/>
                </a:lnTo>
                <a:lnTo>
                  <a:pt x="1001980" y="194437"/>
                </a:lnTo>
                <a:lnTo>
                  <a:pt x="1002091" y="194905"/>
                </a:lnTo>
                <a:lnTo>
                  <a:pt x="1023213" y="230886"/>
                </a:lnTo>
                <a:lnTo>
                  <a:pt x="1059640" y="252027"/>
                </a:lnTo>
                <a:lnTo>
                  <a:pt x="1086840" y="255778"/>
                </a:lnTo>
                <a:lnTo>
                  <a:pt x="1096365" y="255353"/>
                </a:lnTo>
                <a:lnTo>
                  <a:pt x="1137878" y="241268"/>
                </a:lnTo>
                <a:lnTo>
                  <a:pt x="1146060" y="235077"/>
                </a:lnTo>
                <a:lnTo>
                  <a:pt x="1086840" y="235077"/>
                </a:lnTo>
                <a:lnTo>
                  <a:pt x="1079772" y="234745"/>
                </a:lnTo>
                <a:lnTo>
                  <a:pt x="1040993" y="215646"/>
                </a:lnTo>
                <a:lnTo>
                  <a:pt x="1035532" y="209677"/>
                </a:lnTo>
                <a:lnTo>
                  <a:pt x="1023848" y="168402"/>
                </a:lnTo>
                <a:lnTo>
                  <a:pt x="1024132" y="161545"/>
                </a:lnTo>
                <a:lnTo>
                  <a:pt x="1046454" y="114808"/>
                </a:lnTo>
                <a:lnTo>
                  <a:pt x="1086840" y="101219"/>
                </a:lnTo>
                <a:lnTo>
                  <a:pt x="1145636" y="101219"/>
                </a:lnTo>
                <a:lnTo>
                  <a:pt x="1144603" y="100290"/>
                </a:lnTo>
                <a:lnTo>
                  <a:pt x="1105509" y="82581"/>
                </a:lnTo>
                <a:lnTo>
                  <a:pt x="1096365" y="81323"/>
                </a:lnTo>
                <a:lnTo>
                  <a:pt x="1086840" y="80899"/>
                </a:lnTo>
                <a:close/>
              </a:path>
              <a:path w="1377314" h="255904">
                <a:moveTo>
                  <a:pt x="1145636" y="101219"/>
                </a:moveTo>
                <a:lnTo>
                  <a:pt x="1086840" y="101219"/>
                </a:lnTo>
                <a:lnTo>
                  <a:pt x="1093912" y="101552"/>
                </a:lnTo>
                <a:lnTo>
                  <a:pt x="1100651" y="102552"/>
                </a:lnTo>
                <a:lnTo>
                  <a:pt x="1138402" y="127000"/>
                </a:lnTo>
                <a:lnTo>
                  <a:pt x="1149959" y="168402"/>
                </a:lnTo>
                <a:lnTo>
                  <a:pt x="1149675" y="175184"/>
                </a:lnTo>
                <a:lnTo>
                  <a:pt x="1132941" y="215646"/>
                </a:lnTo>
                <a:lnTo>
                  <a:pt x="1127480" y="221742"/>
                </a:lnTo>
                <a:lnTo>
                  <a:pt x="1086840" y="235077"/>
                </a:lnTo>
                <a:lnTo>
                  <a:pt x="1146060" y="235077"/>
                </a:lnTo>
                <a:lnTo>
                  <a:pt x="1169009" y="203073"/>
                </a:lnTo>
                <a:lnTo>
                  <a:pt x="1175613" y="168402"/>
                </a:lnTo>
                <a:lnTo>
                  <a:pt x="1175314" y="161545"/>
                </a:lnTo>
                <a:lnTo>
                  <a:pt x="1161199" y="118586"/>
                </a:lnTo>
                <a:lnTo>
                  <a:pt x="1150721" y="105791"/>
                </a:lnTo>
                <a:lnTo>
                  <a:pt x="1145636" y="101219"/>
                </a:lnTo>
                <a:close/>
              </a:path>
              <a:path w="1377314" h="255904">
                <a:moveTo>
                  <a:pt x="1254607" y="85344"/>
                </a:moveTo>
                <a:lnTo>
                  <a:pt x="1231493" y="85344"/>
                </a:lnTo>
                <a:lnTo>
                  <a:pt x="1231886" y="89662"/>
                </a:lnTo>
                <a:lnTo>
                  <a:pt x="1231909" y="89916"/>
                </a:lnTo>
                <a:lnTo>
                  <a:pt x="1232446" y="102616"/>
                </a:lnTo>
                <a:lnTo>
                  <a:pt x="1232536" y="105156"/>
                </a:lnTo>
                <a:lnTo>
                  <a:pt x="1232650" y="108331"/>
                </a:lnTo>
                <a:lnTo>
                  <a:pt x="1232763" y="111506"/>
                </a:lnTo>
                <a:lnTo>
                  <a:pt x="1232890" y="251333"/>
                </a:lnTo>
                <a:lnTo>
                  <a:pt x="1257147" y="251333"/>
                </a:lnTo>
                <a:lnTo>
                  <a:pt x="1257147" y="166116"/>
                </a:lnTo>
                <a:lnTo>
                  <a:pt x="1257411" y="158037"/>
                </a:lnTo>
                <a:lnTo>
                  <a:pt x="1272768" y="116967"/>
                </a:lnTo>
                <a:lnTo>
                  <a:pt x="1275863" y="113538"/>
                </a:lnTo>
                <a:lnTo>
                  <a:pt x="1256004" y="113538"/>
                </a:lnTo>
                <a:lnTo>
                  <a:pt x="1255905" y="106632"/>
                </a:lnTo>
                <a:lnTo>
                  <a:pt x="1255854" y="105156"/>
                </a:lnTo>
                <a:lnTo>
                  <a:pt x="1255737" y="102616"/>
                </a:lnTo>
                <a:lnTo>
                  <a:pt x="1255635" y="100393"/>
                </a:lnTo>
                <a:lnTo>
                  <a:pt x="1255609" y="99822"/>
                </a:lnTo>
                <a:lnTo>
                  <a:pt x="1255492" y="97282"/>
                </a:lnTo>
                <a:lnTo>
                  <a:pt x="1255369" y="94615"/>
                </a:lnTo>
                <a:lnTo>
                  <a:pt x="1255134" y="91561"/>
                </a:lnTo>
                <a:lnTo>
                  <a:pt x="1254664" y="85988"/>
                </a:lnTo>
                <a:lnTo>
                  <a:pt x="1254607" y="85344"/>
                </a:lnTo>
                <a:close/>
              </a:path>
              <a:path w="1377314" h="255904">
                <a:moveTo>
                  <a:pt x="1361863" y="101219"/>
                </a:moveTo>
                <a:lnTo>
                  <a:pt x="1316202" y="101219"/>
                </a:lnTo>
                <a:lnTo>
                  <a:pt x="1323568" y="102616"/>
                </a:lnTo>
                <a:lnTo>
                  <a:pt x="1329676" y="105664"/>
                </a:lnTo>
                <a:lnTo>
                  <a:pt x="1351762" y="142748"/>
                </a:lnTo>
                <a:lnTo>
                  <a:pt x="1352524" y="251333"/>
                </a:lnTo>
                <a:lnTo>
                  <a:pt x="1376781" y="251333"/>
                </a:lnTo>
                <a:lnTo>
                  <a:pt x="1376781" y="149479"/>
                </a:lnTo>
                <a:lnTo>
                  <a:pt x="1375944" y="137160"/>
                </a:lnTo>
                <a:lnTo>
                  <a:pt x="1375840" y="135636"/>
                </a:lnTo>
                <a:lnTo>
                  <a:pt x="1375783" y="134790"/>
                </a:lnTo>
                <a:lnTo>
                  <a:pt x="1372811" y="121666"/>
                </a:lnTo>
                <a:lnTo>
                  <a:pt x="1367906" y="110109"/>
                </a:lnTo>
                <a:lnTo>
                  <a:pt x="1367834" y="109938"/>
                </a:lnTo>
                <a:lnTo>
                  <a:pt x="1361863" y="101219"/>
                </a:lnTo>
                <a:close/>
              </a:path>
              <a:path w="1377314" h="255904">
                <a:moveTo>
                  <a:pt x="1313535" y="80899"/>
                </a:moveTo>
                <a:lnTo>
                  <a:pt x="1272322" y="94821"/>
                </a:lnTo>
                <a:lnTo>
                  <a:pt x="1256766" y="113538"/>
                </a:lnTo>
                <a:lnTo>
                  <a:pt x="1275863" y="113538"/>
                </a:lnTo>
                <a:lnTo>
                  <a:pt x="1277467" y="111760"/>
                </a:lnTo>
                <a:lnTo>
                  <a:pt x="1282928" y="107696"/>
                </a:lnTo>
                <a:lnTo>
                  <a:pt x="1288897" y="105156"/>
                </a:lnTo>
                <a:lnTo>
                  <a:pt x="1294582" y="102616"/>
                </a:lnTo>
                <a:lnTo>
                  <a:pt x="1294244" y="102616"/>
                </a:lnTo>
                <a:lnTo>
                  <a:pt x="1301089" y="101219"/>
                </a:lnTo>
                <a:lnTo>
                  <a:pt x="1361863" y="101219"/>
                </a:lnTo>
                <a:lnTo>
                  <a:pt x="1360906" y="99822"/>
                </a:lnTo>
                <a:lnTo>
                  <a:pt x="1352004" y="91561"/>
                </a:lnTo>
                <a:lnTo>
                  <a:pt x="1341126" y="85645"/>
                </a:lnTo>
                <a:lnTo>
                  <a:pt x="1328295" y="82087"/>
                </a:lnTo>
                <a:lnTo>
                  <a:pt x="1313535" y="80899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5410" y="5179440"/>
            <a:ext cx="1733549" cy="2809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54653" y="5087620"/>
            <a:ext cx="335915" cy="113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2.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15942" y="5884418"/>
            <a:ext cx="1377315" cy="255904"/>
          </a:xfrm>
          <a:custGeom>
            <a:avLst/>
            <a:gdLst/>
            <a:ahLst/>
            <a:cxnLst/>
            <a:rect l="l" t="t" r="r" b="b"/>
            <a:pathLst>
              <a:path w="1377314" h="255904">
                <a:moveTo>
                  <a:pt x="151536" y="0"/>
                </a:moveTo>
                <a:lnTo>
                  <a:pt x="0" y="0"/>
                </a:lnTo>
                <a:lnTo>
                  <a:pt x="0" y="251333"/>
                </a:lnTo>
                <a:lnTo>
                  <a:pt x="25488" y="251333"/>
                </a:lnTo>
                <a:lnTo>
                  <a:pt x="25488" y="132461"/>
                </a:lnTo>
                <a:lnTo>
                  <a:pt x="142697" y="132461"/>
                </a:lnTo>
                <a:lnTo>
                  <a:pt x="142697" y="110109"/>
                </a:lnTo>
                <a:lnTo>
                  <a:pt x="25488" y="110109"/>
                </a:lnTo>
                <a:lnTo>
                  <a:pt x="25488" y="22733"/>
                </a:lnTo>
                <a:lnTo>
                  <a:pt x="151536" y="22733"/>
                </a:lnTo>
                <a:lnTo>
                  <a:pt x="151536" y="0"/>
                </a:lnTo>
                <a:close/>
              </a:path>
              <a:path w="1377314" h="255904">
                <a:moveTo>
                  <a:pt x="211683" y="85344"/>
                </a:moveTo>
                <a:lnTo>
                  <a:pt x="187553" y="85344"/>
                </a:lnTo>
                <a:lnTo>
                  <a:pt x="187553" y="187071"/>
                </a:lnTo>
                <a:lnTo>
                  <a:pt x="188373" y="199390"/>
                </a:lnTo>
                <a:lnTo>
                  <a:pt x="188483" y="201041"/>
                </a:lnTo>
                <a:lnTo>
                  <a:pt x="203301" y="236855"/>
                </a:lnTo>
                <a:lnTo>
                  <a:pt x="250799" y="255778"/>
                </a:lnTo>
                <a:lnTo>
                  <a:pt x="259540" y="255206"/>
                </a:lnTo>
                <a:lnTo>
                  <a:pt x="298202" y="236156"/>
                </a:lnTo>
                <a:lnTo>
                  <a:pt x="298786" y="235458"/>
                </a:lnTo>
                <a:lnTo>
                  <a:pt x="248005" y="235458"/>
                </a:lnTo>
                <a:lnTo>
                  <a:pt x="241424" y="234188"/>
                </a:lnTo>
                <a:lnTo>
                  <a:pt x="241020" y="234188"/>
                </a:lnTo>
                <a:lnTo>
                  <a:pt x="234924" y="231140"/>
                </a:lnTo>
                <a:lnTo>
                  <a:pt x="229082" y="228346"/>
                </a:lnTo>
                <a:lnTo>
                  <a:pt x="224510" y="224409"/>
                </a:lnTo>
                <a:lnTo>
                  <a:pt x="217738" y="214376"/>
                </a:lnTo>
                <a:lnTo>
                  <a:pt x="215239" y="208153"/>
                </a:lnTo>
                <a:lnTo>
                  <a:pt x="213842" y="201041"/>
                </a:lnTo>
                <a:lnTo>
                  <a:pt x="212318" y="193929"/>
                </a:lnTo>
                <a:lnTo>
                  <a:pt x="211774" y="187071"/>
                </a:lnTo>
                <a:lnTo>
                  <a:pt x="211683" y="85344"/>
                </a:lnTo>
                <a:close/>
              </a:path>
              <a:path w="1377314" h="255904">
                <a:moveTo>
                  <a:pt x="331524" y="223012"/>
                </a:moveTo>
                <a:lnTo>
                  <a:pt x="308203" y="223012"/>
                </a:lnTo>
                <a:lnTo>
                  <a:pt x="308261" y="226665"/>
                </a:lnTo>
                <a:lnTo>
                  <a:pt x="308366" y="231521"/>
                </a:lnTo>
                <a:lnTo>
                  <a:pt x="308552" y="234188"/>
                </a:lnTo>
                <a:lnTo>
                  <a:pt x="308640" y="235458"/>
                </a:lnTo>
                <a:lnTo>
                  <a:pt x="308729" y="236855"/>
                </a:lnTo>
                <a:lnTo>
                  <a:pt x="308847" y="239395"/>
                </a:lnTo>
                <a:lnTo>
                  <a:pt x="308965" y="241935"/>
                </a:lnTo>
                <a:lnTo>
                  <a:pt x="309667" y="250634"/>
                </a:lnTo>
                <a:lnTo>
                  <a:pt x="309727" y="251333"/>
                </a:lnTo>
                <a:lnTo>
                  <a:pt x="332841" y="251333"/>
                </a:lnTo>
                <a:lnTo>
                  <a:pt x="332437" y="246888"/>
                </a:lnTo>
                <a:lnTo>
                  <a:pt x="332333" y="245745"/>
                </a:lnTo>
                <a:lnTo>
                  <a:pt x="332181" y="241935"/>
                </a:lnTo>
                <a:lnTo>
                  <a:pt x="331566" y="224917"/>
                </a:lnTo>
                <a:lnTo>
                  <a:pt x="331524" y="223012"/>
                </a:lnTo>
                <a:close/>
              </a:path>
              <a:path w="1377314" h="255904">
                <a:moveTo>
                  <a:pt x="331444" y="85344"/>
                </a:moveTo>
                <a:lnTo>
                  <a:pt x="307187" y="85344"/>
                </a:lnTo>
                <a:lnTo>
                  <a:pt x="307187" y="170434"/>
                </a:lnTo>
                <a:lnTo>
                  <a:pt x="306925" y="178458"/>
                </a:lnTo>
                <a:lnTo>
                  <a:pt x="291566" y="219710"/>
                </a:lnTo>
                <a:lnTo>
                  <a:pt x="275437" y="231521"/>
                </a:lnTo>
                <a:lnTo>
                  <a:pt x="269468" y="234188"/>
                </a:lnTo>
                <a:lnTo>
                  <a:pt x="263245" y="235458"/>
                </a:lnTo>
                <a:lnTo>
                  <a:pt x="298786" y="235458"/>
                </a:lnTo>
                <a:lnTo>
                  <a:pt x="303421" y="229917"/>
                </a:lnTo>
                <a:lnTo>
                  <a:pt x="307568" y="223012"/>
                </a:lnTo>
                <a:lnTo>
                  <a:pt x="331524" y="223012"/>
                </a:lnTo>
                <a:lnTo>
                  <a:pt x="331444" y="85344"/>
                </a:lnTo>
                <a:close/>
              </a:path>
              <a:path w="1377314" h="255904">
                <a:moveTo>
                  <a:pt x="422503" y="85344"/>
                </a:moveTo>
                <a:lnTo>
                  <a:pt x="399389" y="85344"/>
                </a:lnTo>
                <a:lnTo>
                  <a:pt x="399782" y="89662"/>
                </a:lnTo>
                <a:lnTo>
                  <a:pt x="399805" y="89916"/>
                </a:lnTo>
                <a:lnTo>
                  <a:pt x="399922" y="91561"/>
                </a:lnTo>
                <a:lnTo>
                  <a:pt x="400044" y="94615"/>
                </a:lnTo>
                <a:lnTo>
                  <a:pt x="400151" y="97282"/>
                </a:lnTo>
                <a:lnTo>
                  <a:pt x="400242" y="99822"/>
                </a:lnTo>
                <a:lnTo>
                  <a:pt x="400337" y="102489"/>
                </a:lnTo>
                <a:lnTo>
                  <a:pt x="400432" y="105156"/>
                </a:lnTo>
                <a:lnTo>
                  <a:pt x="400546" y="108331"/>
                </a:lnTo>
                <a:lnTo>
                  <a:pt x="400659" y="111506"/>
                </a:lnTo>
                <a:lnTo>
                  <a:pt x="400786" y="251333"/>
                </a:lnTo>
                <a:lnTo>
                  <a:pt x="425043" y="251333"/>
                </a:lnTo>
                <a:lnTo>
                  <a:pt x="425043" y="166116"/>
                </a:lnTo>
                <a:lnTo>
                  <a:pt x="425307" y="158037"/>
                </a:lnTo>
                <a:lnTo>
                  <a:pt x="435893" y="122428"/>
                </a:lnTo>
                <a:lnTo>
                  <a:pt x="435965" y="122301"/>
                </a:lnTo>
                <a:lnTo>
                  <a:pt x="440664" y="116967"/>
                </a:lnTo>
                <a:lnTo>
                  <a:pt x="443759" y="113538"/>
                </a:lnTo>
                <a:lnTo>
                  <a:pt x="423900" y="113538"/>
                </a:lnTo>
                <a:lnTo>
                  <a:pt x="423388" y="97282"/>
                </a:lnTo>
                <a:lnTo>
                  <a:pt x="423265" y="94615"/>
                </a:lnTo>
                <a:lnTo>
                  <a:pt x="423030" y="91561"/>
                </a:lnTo>
                <a:lnTo>
                  <a:pt x="422560" y="85988"/>
                </a:lnTo>
                <a:lnTo>
                  <a:pt x="422503" y="85344"/>
                </a:lnTo>
                <a:close/>
              </a:path>
              <a:path w="1377314" h="255904">
                <a:moveTo>
                  <a:pt x="529759" y="101219"/>
                </a:moveTo>
                <a:lnTo>
                  <a:pt x="484098" y="101219"/>
                </a:lnTo>
                <a:lnTo>
                  <a:pt x="491464" y="102616"/>
                </a:lnTo>
                <a:lnTo>
                  <a:pt x="497572" y="105664"/>
                </a:lnTo>
                <a:lnTo>
                  <a:pt x="519658" y="142748"/>
                </a:lnTo>
                <a:lnTo>
                  <a:pt x="520420" y="251333"/>
                </a:lnTo>
                <a:lnTo>
                  <a:pt x="544677" y="251333"/>
                </a:lnTo>
                <a:lnTo>
                  <a:pt x="544677" y="149479"/>
                </a:lnTo>
                <a:lnTo>
                  <a:pt x="543840" y="137160"/>
                </a:lnTo>
                <a:lnTo>
                  <a:pt x="543736" y="135636"/>
                </a:lnTo>
                <a:lnTo>
                  <a:pt x="543679" y="134790"/>
                </a:lnTo>
                <a:lnTo>
                  <a:pt x="540707" y="121666"/>
                </a:lnTo>
                <a:lnTo>
                  <a:pt x="535802" y="110109"/>
                </a:lnTo>
                <a:lnTo>
                  <a:pt x="535730" y="109938"/>
                </a:lnTo>
                <a:lnTo>
                  <a:pt x="529759" y="101219"/>
                </a:lnTo>
                <a:close/>
              </a:path>
              <a:path w="1377314" h="255904">
                <a:moveTo>
                  <a:pt x="481431" y="80899"/>
                </a:moveTo>
                <a:lnTo>
                  <a:pt x="440218" y="94821"/>
                </a:lnTo>
                <a:lnTo>
                  <a:pt x="424662" y="113538"/>
                </a:lnTo>
                <a:lnTo>
                  <a:pt x="443759" y="113538"/>
                </a:lnTo>
                <a:lnTo>
                  <a:pt x="445363" y="111760"/>
                </a:lnTo>
                <a:lnTo>
                  <a:pt x="450824" y="107696"/>
                </a:lnTo>
                <a:lnTo>
                  <a:pt x="456793" y="105156"/>
                </a:lnTo>
                <a:lnTo>
                  <a:pt x="462762" y="102489"/>
                </a:lnTo>
                <a:lnTo>
                  <a:pt x="468985" y="101219"/>
                </a:lnTo>
                <a:lnTo>
                  <a:pt x="529759" y="101219"/>
                </a:lnTo>
                <a:lnTo>
                  <a:pt x="528802" y="99822"/>
                </a:lnTo>
                <a:lnTo>
                  <a:pt x="519900" y="91561"/>
                </a:lnTo>
                <a:lnTo>
                  <a:pt x="509022" y="85645"/>
                </a:lnTo>
                <a:lnTo>
                  <a:pt x="496191" y="82087"/>
                </a:lnTo>
                <a:lnTo>
                  <a:pt x="481431" y="80899"/>
                </a:lnTo>
                <a:close/>
              </a:path>
              <a:path w="1377314" h="255904">
                <a:moveTo>
                  <a:pt x="689457" y="80899"/>
                </a:moveTo>
                <a:lnTo>
                  <a:pt x="678414" y="81371"/>
                </a:lnTo>
                <a:lnTo>
                  <a:pt x="679171" y="81371"/>
                </a:lnTo>
                <a:lnTo>
                  <a:pt x="670121" y="82581"/>
                </a:lnTo>
                <a:lnTo>
                  <a:pt x="631039" y="100290"/>
                </a:lnTo>
                <a:lnTo>
                  <a:pt x="607034" y="133477"/>
                </a:lnTo>
                <a:lnTo>
                  <a:pt x="600684" y="168402"/>
                </a:lnTo>
                <a:lnTo>
                  <a:pt x="600975" y="175329"/>
                </a:lnTo>
                <a:lnTo>
                  <a:pt x="614654" y="218027"/>
                </a:lnTo>
                <a:lnTo>
                  <a:pt x="644997" y="245530"/>
                </a:lnTo>
                <a:lnTo>
                  <a:pt x="689457" y="255778"/>
                </a:lnTo>
                <a:lnTo>
                  <a:pt x="698291" y="255353"/>
                </a:lnTo>
                <a:lnTo>
                  <a:pt x="699373" y="255353"/>
                </a:lnTo>
                <a:lnTo>
                  <a:pt x="740749" y="238648"/>
                </a:lnTo>
                <a:lnTo>
                  <a:pt x="744754" y="235077"/>
                </a:lnTo>
                <a:lnTo>
                  <a:pt x="689457" y="235077"/>
                </a:lnTo>
                <a:lnTo>
                  <a:pt x="682313" y="234745"/>
                </a:lnTo>
                <a:lnTo>
                  <a:pt x="643229" y="215646"/>
                </a:lnTo>
                <a:lnTo>
                  <a:pt x="637768" y="209677"/>
                </a:lnTo>
                <a:lnTo>
                  <a:pt x="633450" y="202692"/>
                </a:lnTo>
                <a:lnTo>
                  <a:pt x="630652" y="194905"/>
                </a:lnTo>
                <a:lnTo>
                  <a:pt x="630529" y="194564"/>
                </a:lnTo>
                <a:lnTo>
                  <a:pt x="628602" y="188422"/>
                </a:lnTo>
                <a:lnTo>
                  <a:pt x="627211" y="182006"/>
                </a:lnTo>
                <a:lnTo>
                  <a:pt x="626368" y="175329"/>
                </a:lnTo>
                <a:lnTo>
                  <a:pt x="626084" y="168402"/>
                </a:lnTo>
                <a:lnTo>
                  <a:pt x="626368" y="161379"/>
                </a:lnTo>
                <a:lnTo>
                  <a:pt x="643356" y="120523"/>
                </a:lnTo>
                <a:lnTo>
                  <a:pt x="682270" y="101601"/>
                </a:lnTo>
                <a:lnTo>
                  <a:pt x="681491" y="101601"/>
                </a:lnTo>
                <a:lnTo>
                  <a:pt x="689711" y="101219"/>
                </a:lnTo>
                <a:lnTo>
                  <a:pt x="743390" y="101219"/>
                </a:lnTo>
                <a:lnTo>
                  <a:pt x="738892" y="97234"/>
                </a:lnTo>
                <a:lnTo>
                  <a:pt x="697791" y="81371"/>
                </a:lnTo>
                <a:lnTo>
                  <a:pt x="689457" y="80899"/>
                </a:lnTo>
                <a:close/>
              </a:path>
              <a:path w="1377314" h="255904">
                <a:moveTo>
                  <a:pt x="734542" y="213360"/>
                </a:moveTo>
                <a:lnTo>
                  <a:pt x="696770" y="234745"/>
                </a:lnTo>
                <a:lnTo>
                  <a:pt x="696083" y="234745"/>
                </a:lnTo>
                <a:lnTo>
                  <a:pt x="689457" y="235077"/>
                </a:lnTo>
                <a:lnTo>
                  <a:pt x="744754" y="235077"/>
                </a:lnTo>
                <a:lnTo>
                  <a:pt x="746954" y="233114"/>
                </a:lnTo>
                <a:lnTo>
                  <a:pt x="752576" y="226949"/>
                </a:lnTo>
                <a:lnTo>
                  <a:pt x="734542" y="213360"/>
                </a:lnTo>
                <a:close/>
              </a:path>
              <a:path w="1377314" h="255904">
                <a:moveTo>
                  <a:pt x="743390" y="101219"/>
                </a:moveTo>
                <a:lnTo>
                  <a:pt x="689711" y="101219"/>
                </a:lnTo>
                <a:lnTo>
                  <a:pt x="696355" y="101601"/>
                </a:lnTo>
                <a:lnTo>
                  <a:pt x="702760" y="102758"/>
                </a:lnTo>
                <a:lnTo>
                  <a:pt x="732256" y="123317"/>
                </a:lnTo>
                <a:lnTo>
                  <a:pt x="751179" y="109728"/>
                </a:lnTo>
                <a:lnTo>
                  <a:pt x="745440" y="103034"/>
                </a:lnTo>
                <a:lnTo>
                  <a:pt x="743390" y="101219"/>
                </a:lnTo>
                <a:close/>
              </a:path>
              <a:path w="1377314" h="255904">
                <a:moveTo>
                  <a:pt x="825093" y="105410"/>
                </a:moveTo>
                <a:lnTo>
                  <a:pt x="800963" y="105410"/>
                </a:lnTo>
                <a:lnTo>
                  <a:pt x="800963" y="218313"/>
                </a:lnTo>
                <a:lnTo>
                  <a:pt x="824458" y="250571"/>
                </a:lnTo>
                <a:lnTo>
                  <a:pt x="839190" y="253492"/>
                </a:lnTo>
                <a:lnTo>
                  <a:pt x="849096" y="253492"/>
                </a:lnTo>
                <a:lnTo>
                  <a:pt x="854176" y="253111"/>
                </a:lnTo>
                <a:lnTo>
                  <a:pt x="858748" y="252222"/>
                </a:lnTo>
                <a:lnTo>
                  <a:pt x="863320" y="251460"/>
                </a:lnTo>
                <a:lnTo>
                  <a:pt x="867765" y="250190"/>
                </a:lnTo>
                <a:lnTo>
                  <a:pt x="871956" y="248666"/>
                </a:lnTo>
                <a:lnTo>
                  <a:pt x="871203" y="233045"/>
                </a:lnTo>
                <a:lnTo>
                  <a:pt x="846429" y="233045"/>
                </a:lnTo>
                <a:lnTo>
                  <a:pt x="843127" y="232537"/>
                </a:lnTo>
                <a:lnTo>
                  <a:pt x="840079" y="231648"/>
                </a:lnTo>
                <a:lnTo>
                  <a:pt x="837031" y="230886"/>
                </a:lnTo>
                <a:lnTo>
                  <a:pt x="834364" y="229235"/>
                </a:lnTo>
                <a:lnTo>
                  <a:pt x="825155" y="209042"/>
                </a:lnTo>
                <a:lnTo>
                  <a:pt x="825093" y="105410"/>
                </a:lnTo>
                <a:close/>
              </a:path>
              <a:path w="1377314" h="255904">
                <a:moveTo>
                  <a:pt x="870940" y="227584"/>
                </a:moveTo>
                <a:lnTo>
                  <a:pt x="867638" y="229235"/>
                </a:lnTo>
                <a:lnTo>
                  <a:pt x="864209" y="230505"/>
                </a:lnTo>
                <a:lnTo>
                  <a:pt x="856716" y="232537"/>
                </a:lnTo>
                <a:lnTo>
                  <a:pt x="853287" y="233045"/>
                </a:lnTo>
                <a:lnTo>
                  <a:pt x="871203" y="233045"/>
                </a:lnTo>
                <a:lnTo>
                  <a:pt x="871081" y="230505"/>
                </a:lnTo>
                <a:lnTo>
                  <a:pt x="871020" y="229235"/>
                </a:lnTo>
                <a:lnTo>
                  <a:pt x="870940" y="227584"/>
                </a:lnTo>
                <a:close/>
              </a:path>
              <a:path w="1377314" h="255904">
                <a:moveTo>
                  <a:pt x="871956" y="85344"/>
                </a:moveTo>
                <a:lnTo>
                  <a:pt x="766546" y="85344"/>
                </a:lnTo>
                <a:lnTo>
                  <a:pt x="766546" y="105410"/>
                </a:lnTo>
                <a:lnTo>
                  <a:pt x="871956" y="105410"/>
                </a:lnTo>
                <a:lnTo>
                  <a:pt x="871956" y="85344"/>
                </a:lnTo>
                <a:close/>
              </a:path>
              <a:path w="1377314" h="255904">
                <a:moveTo>
                  <a:pt x="825093" y="38354"/>
                </a:moveTo>
                <a:lnTo>
                  <a:pt x="800963" y="38354"/>
                </a:lnTo>
                <a:lnTo>
                  <a:pt x="800963" y="85344"/>
                </a:lnTo>
                <a:lnTo>
                  <a:pt x="825093" y="85344"/>
                </a:lnTo>
                <a:lnTo>
                  <a:pt x="825093" y="38354"/>
                </a:lnTo>
                <a:close/>
              </a:path>
              <a:path w="1377314" h="255904">
                <a:moveTo>
                  <a:pt x="932662" y="4318"/>
                </a:moveTo>
                <a:lnTo>
                  <a:pt x="924153" y="4318"/>
                </a:lnTo>
                <a:lnTo>
                  <a:pt x="920216" y="5969"/>
                </a:lnTo>
                <a:lnTo>
                  <a:pt x="913104" y="12319"/>
                </a:lnTo>
                <a:lnTo>
                  <a:pt x="911326" y="16383"/>
                </a:lnTo>
                <a:lnTo>
                  <a:pt x="911326" y="26289"/>
                </a:lnTo>
                <a:lnTo>
                  <a:pt x="913104" y="30353"/>
                </a:lnTo>
                <a:lnTo>
                  <a:pt x="920216" y="36703"/>
                </a:lnTo>
                <a:lnTo>
                  <a:pt x="924153" y="38354"/>
                </a:lnTo>
                <a:lnTo>
                  <a:pt x="932662" y="38354"/>
                </a:lnTo>
                <a:lnTo>
                  <a:pt x="936599" y="36703"/>
                </a:lnTo>
                <a:lnTo>
                  <a:pt x="940028" y="33528"/>
                </a:lnTo>
                <a:lnTo>
                  <a:pt x="943584" y="30353"/>
                </a:lnTo>
                <a:lnTo>
                  <a:pt x="945362" y="26289"/>
                </a:lnTo>
                <a:lnTo>
                  <a:pt x="945362" y="16383"/>
                </a:lnTo>
                <a:lnTo>
                  <a:pt x="943584" y="12319"/>
                </a:lnTo>
                <a:lnTo>
                  <a:pt x="940028" y="9144"/>
                </a:lnTo>
                <a:lnTo>
                  <a:pt x="936599" y="5969"/>
                </a:lnTo>
                <a:lnTo>
                  <a:pt x="932662" y="4318"/>
                </a:lnTo>
                <a:close/>
              </a:path>
              <a:path w="1377314" h="255904">
                <a:moveTo>
                  <a:pt x="940536" y="85344"/>
                </a:moveTo>
                <a:lnTo>
                  <a:pt x="916279" y="85344"/>
                </a:lnTo>
                <a:lnTo>
                  <a:pt x="916279" y="251333"/>
                </a:lnTo>
                <a:lnTo>
                  <a:pt x="940536" y="251333"/>
                </a:lnTo>
                <a:lnTo>
                  <a:pt x="940536" y="85344"/>
                </a:lnTo>
                <a:close/>
              </a:path>
              <a:path w="1377314" h="255904">
                <a:moveTo>
                  <a:pt x="1086840" y="80899"/>
                </a:moveTo>
                <a:lnTo>
                  <a:pt x="1043448" y="91146"/>
                </a:lnTo>
                <a:lnTo>
                  <a:pt x="1012736" y="118586"/>
                </a:lnTo>
                <a:lnTo>
                  <a:pt x="998853" y="159087"/>
                </a:lnTo>
                <a:lnTo>
                  <a:pt x="998448" y="168402"/>
                </a:lnTo>
                <a:lnTo>
                  <a:pt x="998748" y="175184"/>
                </a:lnTo>
                <a:lnTo>
                  <a:pt x="1012736" y="218027"/>
                </a:lnTo>
                <a:lnTo>
                  <a:pt x="1043448" y="245530"/>
                </a:lnTo>
                <a:lnTo>
                  <a:pt x="1086840" y="255778"/>
                </a:lnTo>
                <a:lnTo>
                  <a:pt x="1096365" y="255353"/>
                </a:lnTo>
                <a:lnTo>
                  <a:pt x="1137878" y="241268"/>
                </a:lnTo>
                <a:lnTo>
                  <a:pt x="1146060" y="235077"/>
                </a:lnTo>
                <a:lnTo>
                  <a:pt x="1086840" y="235077"/>
                </a:lnTo>
                <a:lnTo>
                  <a:pt x="1079772" y="234745"/>
                </a:lnTo>
                <a:lnTo>
                  <a:pt x="1040993" y="215646"/>
                </a:lnTo>
                <a:lnTo>
                  <a:pt x="1035532" y="209677"/>
                </a:lnTo>
                <a:lnTo>
                  <a:pt x="1023848" y="168402"/>
                </a:lnTo>
                <a:lnTo>
                  <a:pt x="1024132" y="161545"/>
                </a:lnTo>
                <a:lnTo>
                  <a:pt x="1046454" y="114808"/>
                </a:lnTo>
                <a:lnTo>
                  <a:pt x="1086840" y="101219"/>
                </a:lnTo>
                <a:lnTo>
                  <a:pt x="1145636" y="101219"/>
                </a:lnTo>
                <a:lnTo>
                  <a:pt x="1144603" y="100290"/>
                </a:lnTo>
                <a:lnTo>
                  <a:pt x="1105509" y="82581"/>
                </a:lnTo>
                <a:lnTo>
                  <a:pt x="1096365" y="81323"/>
                </a:lnTo>
                <a:lnTo>
                  <a:pt x="1086840" y="80899"/>
                </a:lnTo>
                <a:close/>
              </a:path>
              <a:path w="1377314" h="255904">
                <a:moveTo>
                  <a:pt x="1145636" y="101219"/>
                </a:moveTo>
                <a:lnTo>
                  <a:pt x="1086840" y="101219"/>
                </a:lnTo>
                <a:lnTo>
                  <a:pt x="1093912" y="101552"/>
                </a:lnTo>
                <a:lnTo>
                  <a:pt x="1100651" y="102552"/>
                </a:lnTo>
                <a:lnTo>
                  <a:pt x="1138402" y="127000"/>
                </a:lnTo>
                <a:lnTo>
                  <a:pt x="1149959" y="168402"/>
                </a:lnTo>
                <a:lnTo>
                  <a:pt x="1149675" y="175184"/>
                </a:lnTo>
                <a:lnTo>
                  <a:pt x="1132941" y="215646"/>
                </a:lnTo>
                <a:lnTo>
                  <a:pt x="1127480" y="221742"/>
                </a:lnTo>
                <a:lnTo>
                  <a:pt x="1086840" y="235077"/>
                </a:lnTo>
                <a:lnTo>
                  <a:pt x="1146060" y="235077"/>
                </a:lnTo>
                <a:lnTo>
                  <a:pt x="1169009" y="203073"/>
                </a:lnTo>
                <a:lnTo>
                  <a:pt x="1175613" y="168402"/>
                </a:lnTo>
                <a:lnTo>
                  <a:pt x="1175314" y="161545"/>
                </a:lnTo>
                <a:lnTo>
                  <a:pt x="1161199" y="118586"/>
                </a:lnTo>
                <a:lnTo>
                  <a:pt x="1150721" y="105791"/>
                </a:lnTo>
                <a:lnTo>
                  <a:pt x="1145636" y="101219"/>
                </a:lnTo>
                <a:close/>
              </a:path>
              <a:path w="1377314" h="255904">
                <a:moveTo>
                  <a:pt x="1254607" y="85344"/>
                </a:moveTo>
                <a:lnTo>
                  <a:pt x="1231493" y="85344"/>
                </a:lnTo>
                <a:lnTo>
                  <a:pt x="1231886" y="89662"/>
                </a:lnTo>
                <a:lnTo>
                  <a:pt x="1231909" y="89916"/>
                </a:lnTo>
                <a:lnTo>
                  <a:pt x="1232650" y="108331"/>
                </a:lnTo>
                <a:lnTo>
                  <a:pt x="1232763" y="111506"/>
                </a:lnTo>
                <a:lnTo>
                  <a:pt x="1232890" y="251333"/>
                </a:lnTo>
                <a:lnTo>
                  <a:pt x="1257147" y="251333"/>
                </a:lnTo>
                <a:lnTo>
                  <a:pt x="1257147" y="166116"/>
                </a:lnTo>
                <a:lnTo>
                  <a:pt x="1257411" y="158037"/>
                </a:lnTo>
                <a:lnTo>
                  <a:pt x="1272768" y="116967"/>
                </a:lnTo>
                <a:lnTo>
                  <a:pt x="1275863" y="113538"/>
                </a:lnTo>
                <a:lnTo>
                  <a:pt x="1256004" y="113538"/>
                </a:lnTo>
                <a:lnTo>
                  <a:pt x="1255905" y="106632"/>
                </a:lnTo>
                <a:lnTo>
                  <a:pt x="1255854" y="105156"/>
                </a:lnTo>
                <a:lnTo>
                  <a:pt x="1255731" y="102489"/>
                </a:lnTo>
                <a:lnTo>
                  <a:pt x="1255609" y="99822"/>
                </a:lnTo>
                <a:lnTo>
                  <a:pt x="1255492" y="97282"/>
                </a:lnTo>
                <a:lnTo>
                  <a:pt x="1255369" y="94615"/>
                </a:lnTo>
                <a:lnTo>
                  <a:pt x="1255134" y="91561"/>
                </a:lnTo>
                <a:lnTo>
                  <a:pt x="1254664" y="85988"/>
                </a:lnTo>
                <a:lnTo>
                  <a:pt x="1254607" y="85344"/>
                </a:lnTo>
                <a:close/>
              </a:path>
              <a:path w="1377314" h="255904">
                <a:moveTo>
                  <a:pt x="1361863" y="101219"/>
                </a:moveTo>
                <a:lnTo>
                  <a:pt x="1316202" y="101219"/>
                </a:lnTo>
                <a:lnTo>
                  <a:pt x="1323568" y="102616"/>
                </a:lnTo>
                <a:lnTo>
                  <a:pt x="1329676" y="105664"/>
                </a:lnTo>
                <a:lnTo>
                  <a:pt x="1351762" y="142748"/>
                </a:lnTo>
                <a:lnTo>
                  <a:pt x="1352524" y="251333"/>
                </a:lnTo>
                <a:lnTo>
                  <a:pt x="1376781" y="251333"/>
                </a:lnTo>
                <a:lnTo>
                  <a:pt x="1376781" y="149479"/>
                </a:lnTo>
                <a:lnTo>
                  <a:pt x="1375944" y="137160"/>
                </a:lnTo>
                <a:lnTo>
                  <a:pt x="1375840" y="135636"/>
                </a:lnTo>
                <a:lnTo>
                  <a:pt x="1375783" y="134790"/>
                </a:lnTo>
                <a:lnTo>
                  <a:pt x="1372811" y="121666"/>
                </a:lnTo>
                <a:lnTo>
                  <a:pt x="1367906" y="110109"/>
                </a:lnTo>
                <a:lnTo>
                  <a:pt x="1367834" y="109938"/>
                </a:lnTo>
                <a:lnTo>
                  <a:pt x="1361863" y="101219"/>
                </a:lnTo>
                <a:close/>
              </a:path>
              <a:path w="1377314" h="255904">
                <a:moveTo>
                  <a:pt x="1313535" y="80899"/>
                </a:moveTo>
                <a:lnTo>
                  <a:pt x="1272322" y="94821"/>
                </a:lnTo>
                <a:lnTo>
                  <a:pt x="1256766" y="113538"/>
                </a:lnTo>
                <a:lnTo>
                  <a:pt x="1275863" y="113538"/>
                </a:lnTo>
                <a:lnTo>
                  <a:pt x="1277467" y="111760"/>
                </a:lnTo>
                <a:lnTo>
                  <a:pt x="1282928" y="107696"/>
                </a:lnTo>
                <a:lnTo>
                  <a:pt x="1288897" y="105156"/>
                </a:lnTo>
                <a:lnTo>
                  <a:pt x="1294866" y="102489"/>
                </a:lnTo>
                <a:lnTo>
                  <a:pt x="1301089" y="101219"/>
                </a:lnTo>
                <a:lnTo>
                  <a:pt x="1361863" y="101219"/>
                </a:lnTo>
                <a:lnTo>
                  <a:pt x="1360906" y="99822"/>
                </a:lnTo>
                <a:lnTo>
                  <a:pt x="1352004" y="91561"/>
                </a:lnTo>
                <a:lnTo>
                  <a:pt x="1341126" y="85645"/>
                </a:lnTo>
                <a:lnTo>
                  <a:pt x="1328295" y="82087"/>
                </a:lnTo>
                <a:lnTo>
                  <a:pt x="1313535" y="80899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3600" y="5867400"/>
            <a:ext cx="633730" cy="275590"/>
          </a:xfrm>
          <a:custGeom>
            <a:avLst/>
            <a:gdLst/>
            <a:ahLst/>
            <a:cxnLst/>
            <a:rect l="l" t="t" r="r" b="b"/>
            <a:pathLst>
              <a:path w="633729" h="275589">
                <a:moveTo>
                  <a:pt x="136270" y="10287"/>
                </a:moveTo>
                <a:lnTo>
                  <a:pt x="95153" y="15537"/>
                </a:lnTo>
                <a:lnTo>
                  <a:pt x="59451" y="30765"/>
                </a:lnTo>
                <a:lnTo>
                  <a:pt x="22891" y="64944"/>
                </a:lnTo>
                <a:lnTo>
                  <a:pt x="5840" y="100272"/>
                </a:lnTo>
                <a:lnTo>
                  <a:pt x="0" y="142367"/>
                </a:lnTo>
                <a:lnTo>
                  <a:pt x="642" y="156801"/>
                </a:lnTo>
                <a:lnTo>
                  <a:pt x="10287" y="196342"/>
                </a:lnTo>
                <a:lnTo>
                  <a:pt x="22468" y="218973"/>
                </a:lnTo>
                <a:lnTo>
                  <a:pt x="22558" y="219122"/>
                </a:lnTo>
                <a:lnTo>
                  <a:pt x="58451" y="253920"/>
                </a:lnTo>
                <a:lnTo>
                  <a:pt x="94053" y="269744"/>
                </a:lnTo>
                <a:lnTo>
                  <a:pt x="135255" y="275209"/>
                </a:lnTo>
                <a:lnTo>
                  <a:pt x="148700" y="274593"/>
                </a:lnTo>
                <a:lnTo>
                  <a:pt x="150125" y="274593"/>
                </a:lnTo>
                <a:lnTo>
                  <a:pt x="191769" y="264033"/>
                </a:lnTo>
                <a:lnTo>
                  <a:pt x="224006" y="242673"/>
                </a:lnTo>
                <a:lnTo>
                  <a:pt x="232791" y="233553"/>
                </a:lnTo>
                <a:lnTo>
                  <a:pt x="217703" y="219329"/>
                </a:lnTo>
                <a:lnTo>
                  <a:pt x="137287" y="219329"/>
                </a:lnTo>
                <a:lnTo>
                  <a:pt x="129641" y="218973"/>
                </a:lnTo>
                <a:lnTo>
                  <a:pt x="91011" y="202703"/>
                </a:lnTo>
                <a:lnTo>
                  <a:pt x="68986" y="166298"/>
                </a:lnTo>
                <a:lnTo>
                  <a:pt x="66039" y="142367"/>
                </a:lnTo>
                <a:lnTo>
                  <a:pt x="66371" y="134225"/>
                </a:lnTo>
                <a:lnTo>
                  <a:pt x="81659" y="92702"/>
                </a:lnTo>
                <a:lnTo>
                  <a:pt x="115927" y="68619"/>
                </a:lnTo>
                <a:lnTo>
                  <a:pt x="138430" y="65405"/>
                </a:lnTo>
                <a:lnTo>
                  <a:pt x="212202" y="65405"/>
                </a:lnTo>
                <a:lnTo>
                  <a:pt x="230378" y="47117"/>
                </a:lnTo>
                <a:lnTo>
                  <a:pt x="188722" y="19685"/>
                </a:lnTo>
                <a:lnTo>
                  <a:pt x="149556" y="10862"/>
                </a:lnTo>
                <a:lnTo>
                  <a:pt x="136270" y="10287"/>
                </a:lnTo>
                <a:close/>
              </a:path>
              <a:path w="633729" h="275589">
                <a:moveTo>
                  <a:pt x="190626" y="193802"/>
                </a:moveTo>
                <a:lnTo>
                  <a:pt x="154352" y="217535"/>
                </a:lnTo>
                <a:lnTo>
                  <a:pt x="145539" y="218973"/>
                </a:lnTo>
                <a:lnTo>
                  <a:pt x="144254" y="218973"/>
                </a:lnTo>
                <a:lnTo>
                  <a:pt x="137287" y="219329"/>
                </a:lnTo>
                <a:lnTo>
                  <a:pt x="217703" y="219329"/>
                </a:lnTo>
                <a:lnTo>
                  <a:pt x="190626" y="193802"/>
                </a:lnTo>
                <a:close/>
              </a:path>
              <a:path w="633729" h="275589">
                <a:moveTo>
                  <a:pt x="212202" y="65405"/>
                </a:moveTo>
                <a:lnTo>
                  <a:pt x="138430" y="65405"/>
                </a:lnTo>
                <a:lnTo>
                  <a:pt x="145710" y="65762"/>
                </a:lnTo>
                <a:lnTo>
                  <a:pt x="152908" y="66833"/>
                </a:lnTo>
                <a:lnTo>
                  <a:pt x="189356" y="88392"/>
                </a:lnTo>
                <a:lnTo>
                  <a:pt x="212202" y="65405"/>
                </a:lnTo>
                <a:close/>
              </a:path>
              <a:path w="633729" h="275589">
                <a:moveTo>
                  <a:pt x="406037" y="129159"/>
                </a:moveTo>
                <a:lnTo>
                  <a:pt x="335025" y="129159"/>
                </a:lnTo>
                <a:lnTo>
                  <a:pt x="342519" y="131318"/>
                </a:lnTo>
                <a:lnTo>
                  <a:pt x="348742" y="135381"/>
                </a:lnTo>
                <a:lnTo>
                  <a:pt x="354838" y="139573"/>
                </a:lnTo>
                <a:lnTo>
                  <a:pt x="358013" y="146050"/>
                </a:lnTo>
                <a:lnTo>
                  <a:pt x="358013" y="157606"/>
                </a:lnTo>
                <a:lnTo>
                  <a:pt x="348323" y="157747"/>
                </a:lnTo>
                <a:lnTo>
                  <a:pt x="338502" y="158162"/>
                </a:lnTo>
                <a:lnTo>
                  <a:pt x="299259" y="163020"/>
                </a:lnTo>
                <a:lnTo>
                  <a:pt x="260381" y="180812"/>
                </a:lnTo>
                <a:lnTo>
                  <a:pt x="244475" y="217297"/>
                </a:lnTo>
                <a:lnTo>
                  <a:pt x="244689" y="221742"/>
                </a:lnTo>
                <a:lnTo>
                  <a:pt x="244792" y="223900"/>
                </a:lnTo>
                <a:lnTo>
                  <a:pt x="244836" y="224797"/>
                </a:lnTo>
                <a:lnTo>
                  <a:pt x="245851" y="231155"/>
                </a:lnTo>
                <a:lnTo>
                  <a:pt x="245935" y="231679"/>
                </a:lnTo>
                <a:lnTo>
                  <a:pt x="247796" y="237942"/>
                </a:lnTo>
                <a:lnTo>
                  <a:pt x="279019" y="267969"/>
                </a:lnTo>
                <a:lnTo>
                  <a:pt x="301498" y="272796"/>
                </a:lnTo>
                <a:lnTo>
                  <a:pt x="308610" y="272796"/>
                </a:lnTo>
                <a:lnTo>
                  <a:pt x="350186" y="259365"/>
                </a:lnTo>
                <a:lnTo>
                  <a:pt x="358648" y="249555"/>
                </a:lnTo>
                <a:lnTo>
                  <a:pt x="413004" y="249555"/>
                </a:lnTo>
                <a:lnTo>
                  <a:pt x="413004" y="233553"/>
                </a:lnTo>
                <a:lnTo>
                  <a:pt x="320420" y="233553"/>
                </a:lnTo>
                <a:lnTo>
                  <a:pt x="317373" y="233299"/>
                </a:lnTo>
                <a:lnTo>
                  <a:pt x="314325" y="232663"/>
                </a:lnTo>
                <a:lnTo>
                  <a:pt x="311150" y="232156"/>
                </a:lnTo>
                <a:lnTo>
                  <a:pt x="308524" y="231155"/>
                </a:lnTo>
                <a:lnTo>
                  <a:pt x="306069" y="229616"/>
                </a:lnTo>
                <a:lnTo>
                  <a:pt x="303656" y="228219"/>
                </a:lnTo>
                <a:lnTo>
                  <a:pt x="301751" y="226313"/>
                </a:lnTo>
                <a:lnTo>
                  <a:pt x="298704" y="221742"/>
                </a:lnTo>
                <a:lnTo>
                  <a:pt x="297942" y="218821"/>
                </a:lnTo>
                <a:lnTo>
                  <a:pt x="297942" y="210312"/>
                </a:lnTo>
                <a:lnTo>
                  <a:pt x="332994" y="192278"/>
                </a:lnTo>
                <a:lnTo>
                  <a:pt x="345948" y="191388"/>
                </a:lnTo>
                <a:lnTo>
                  <a:pt x="413004" y="191388"/>
                </a:lnTo>
                <a:lnTo>
                  <a:pt x="412922" y="175958"/>
                </a:lnTo>
                <a:lnTo>
                  <a:pt x="412820" y="171771"/>
                </a:lnTo>
                <a:lnTo>
                  <a:pt x="412720" y="167651"/>
                </a:lnTo>
                <a:lnTo>
                  <a:pt x="412214" y="161149"/>
                </a:lnTo>
                <a:lnTo>
                  <a:pt x="412106" y="159766"/>
                </a:lnTo>
                <a:lnTo>
                  <a:pt x="411981" y="158162"/>
                </a:lnTo>
                <a:lnTo>
                  <a:pt x="411876" y="156813"/>
                </a:lnTo>
                <a:lnTo>
                  <a:pt x="410577" y="147447"/>
                </a:lnTo>
                <a:lnTo>
                  <a:pt x="410485" y="146784"/>
                </a:lnTo>
                <a:lnTo>
                  <a:pt x="408558" y="137541"/>
                </a:lnTo>
                <a:lnTo>
                  <a:pt x="406037" y="129159"/>
                </a:lnTo>
                <a:close/>
              </a:path>
              <a:path w="633729" h="275589">
                <a:moveTo>
                  <a:pt x="413004" y="249555"/>
                </a:moveTo>
                <a:lnTo>
                  <a:pt x="359663" y="249555"/>
                </a:lnTo>
                <a:lnTo>
                  <a:pt x="359663" y="268350"/>
                </a:lnTo>
                <a:lnTo>
                  <a:pt x="413004" y="268350"/>
                </a:lnTo>
                <a:lnTo>
                  <a:pt x="413004" y="249555"/>
                </a:lnTo>
                <a:close/>
              </a:path>
              <a:path w="633729" h="275589">
                <a:moveTo>
                  <a:pt x="413004" y="191388"/>
                </a:moveTo>
                <a:lnTo>
                  <a:pt x="359663" y="191388"/>
                </a:lnTo>
                <a:lnTo>
                  <a:pt x="359663" y="197358"/>
                </a:lnTo>
                <a:lnTo>
                  <a:pt x="359090" y="205309"/>
                </a:lnTo>
                <a:lnTo>
                  <a:pt x="331515" y="232955"/>
                </a:lnTo>
                <a:lnTo>
                  <a:pt x="323088" y="233553"/>
                </a:lnTo>
                <a:lnTo>
                  <a:pt x="413004" y="233553"/>
                </a:lnTo>
                <a:lnTo>
                  <a:pt x="413004" y="191388"/>
                </a:lnTo>
                <a:close/>
              </a:path>
              <a:path w="633729" h="275589">
                <a:moveTo>
                  <a:pt x="331597" y="85852"/>
                </a:moveTo>
                <a:lnTo>
                  <a:pt x="289179" y="93344"/>
                </a:lnTo>
                <a:lnTo>
                  <a:pt x="252856" y="115697"/>
                </a:lnTo>
                <a:lnTo>
                  <a:pt x="282448" y="147447"/>
                </a:lnTo>
                <a:lnTo>
                  <a:pt x="287781" y="142367"/>
                </a:lnTo>
                <a:lnTo>
                  <a:pt x="294386" y="138175"/>
                </a:lnTo>
                <a:lnTo>
                  <a:pt x="309753" y="130937"/>
                </a:lnTo>
                <a:lnTo>
                  <a:pt x="317754" y="129159"/>
                </a:lnTo>
                <a:lnTo>
                  <a:pt x="406037" y="129159"/>
                </a:lnTo>
                <a:lnTo>
                  <a:pt x="402859" y="121523"/>
                </a:lnTo>
                <a:lnTo>
                  <a:pt x="369569" y="91440"/>
                </a:lnTo>
                <a:lnTo>
                  <a:pt x="343535" y="86308"/>
                </a:lnTo>
                <a:lnTo>
                  <a:pt x="346196" y="86308"/>
                </a:lnTo>
                <a:lnTo>
                  <a:pt x="331597" y="85852"/>
                </a:lnTo>
                <a:close/>
              </a:path>
              <a:path w="633729" h="275589">
                <a:moveTo>
                  <a:pt x="522224" y="0"/>
                </a:moveTo>
                <a:lnTo>
                  <a:pt x="463295" y="0"/>
                </a:lnTo>
                <a:lnTo>
                  <a:pt x="463295" y="268350"/>
                </a:lnTo>
                <a:lnTo>
                  <a:pt x="522224" y="268350"/>
                </a:lnTo>
                <a:lnTo>
                  <a:pt x="522224" y="0"/>
                </a:lnTo>
                <a:close/>
              </a:path>
              <a:path w="633729" h="275589">
                <a:moveTo>
                  <a:pt x="633476" y="0"/>
                </a:moveTo>
                <a:lnTo>
                  <a:pt x="574548" y="0"/>
                </a:lnTo>
                <a:lnTo>
                  <a:pt x="574548" y="268350"/>
                </a:lnTo>
                <a:lnTo>
                  <a:pt x="633476" y="268350"/>
                </a:lnTo>
                <a:lnTo>
                  <a:pt x="633476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0C978B-D8F8-6AEF-1540-1EB1D3A082A1}"/>
              </a:ext>
            </a:extLst>
          </p:cNvPr>
          <p:cNvSpPr/>
          <p:nvPr/>
        </p:nvSpPr>
        <p:spPr>
          <a:xfrm>
            <a:off x="555447" y="1828800"/>
            <a:ext cx="8893353" cy="2514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function is a block of code which only runs when it is called.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pass data, known as parameters, into a function.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function can return data as a result.</a:t>
            </a:r>
          </a:p>
          <a:p>
            <a:pPr algn="ctr"/>
            <a:endParaRPr lang="en-B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C855E-306D-BACE-8AC2-965F4AD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7250-1328-4354-B4F0-AC92D0E59F5C}" type="datetime1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CEBEF-8919-7A30-8910-A1FF54E5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04264-C7CC-594E-9049-AD7CEEF7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4" name="object 4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1" name="object 11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157601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145282" y="761441"/>
            <a:ext cx="24326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Functions</a:t>
            </a: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75380" y="2190495"/>
            <a:ext cx="4590161" cy="35369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62628" y="2882264"/>
            <a:ext cx="4107179" cy="34315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45282" y="2772613"/>
            <a:ext cx="322580" cy="1135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I.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2800" spc="-195" dirty="0">
                <a:solidFill>
                  <a:srgbClr val="8FA2A2"/>
                </a:solidFill>
                <a:latin typeface="Tahoma"/>
                <a:cs typeface="Tahoma"/>
              </a:rPr>
              <a:t>II.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62628" y="3571494"/>
            <a:ext cx="1031240" cy="255904"/>
          </a:xfrm>
          <a:custGeom>
            <a:avLst/>
            <a:gdLst/>
            <a:ahLst/>
            <a:cxnLst/>
            <a:rect l="l" t="t" r="r" b="b"/>
            <a:pathLst>
              <a:path w="1031239" h="255904">
                <a:moveTo>
                  <a:pt x="73660" y="0"/>
                </a:moveTo>
                <a:lnTo>
                  <a:pt x="0" y="0"/>
                </a:lnTo>
                <a:lnTo>
                  <a:pt x="0" y="251332"/>
                </a:lnTo>
                <a:lnTo>
                  <a:pt x="25400" y="251332"/>
                </a:lnTo>
                <a:lnTo>
                  <a:pt x="25400" y="133857"/>
                </a:lnTo>
                <a:lnTo>
                  <a:pt x="96701" y="133857"/>
                </a:lnTo>
                <a:lnTo>
                  <a:pt x="95376" y="131698"/>
                </a:lnTo>
                <a:lnTo>
                  <a:pt x="102133" y="130796"/>
                </a:lnTo>
                <a:lnTo>
                  <a:pt x="108664" y="129428"/>
                </a:lnTo>
                <a:lnTo>
                  <a:pt x="141483" y="111759"/>
                </a:lnTo>
                <a:lnTo>
                  <a:pt x="25400" y="111759"/>
                </a:lnTo>
                <a:lnTo>
                  <a:pt x="25400" y="21970"/>
                </a:lnTo>
                <a:lnTo>
                  <a:pt x="143328" y="21970"/>
                </a:lnTo>
                <a:lnTo>
                  <a:pt x="140733" y="19347"/>
                </a:lnTo>
                <a:lnTo>
                  <a:pt x="99877" y="1982"/>
                </a:lnTo>
                <a:lnTo>
                  <a:pt x="82732" y="216"/>
                </a:lnTo>
                <a:lnTo>
                  <a:pt x="73660" y="0"/>
                </a:lnTo>
                <a:close/>
              </a:path>
              <a:path w="1031239" h="255904">
                <a:moveTo>
                  <a:pt x="96701" y="133857"/>
                </a:moveTo>
                <a:lnTo>
                  <a:pt x="68072" y="133857"/>
                </a:lnTo>
                <a:lnTo>
                  <a:pt x="137668" y="251332"/>
                </a:lnTo>
                <a:lnTo>
                  <a:pt x="168783" y="251332"/>
                </a:lnTo>
                <a:lnTo>
                  <a:pt x="96701" y="133857"/>
                </a:lnTo>
                <a:close/>
              </a:path>
              <a:path w="1031239" h="255904">
                <a:moveTo>
                  <a:pt x="143328" y="21970"/>
                </a:moveTo>
                <a:lnTo>
                  <a:pt x="70866" y="21970"/>
                </a:lnTo>
                <a:lnTo>
                  <a:pt x="77843" y="22135"/>
                </a:lnTo>
                <a:lnTo>
                  <a:pt x="84486" y="22621"/>
                </a:lnTo>
                <a:lnTo>
                  <a:pt x="122047" y="35813"/>
                </a:lnTo>
                <a:lnTo>
                  <a:pt x="134112" y="67055"/>
                </a:lnTo>
                <a:lnTo>
                  <a:pt x="133084" y="77581"/>
                </a:lnTo>
                <a:lnTo>
                  <a:pt x="97186" y="108981"/>
                </a:lnTo>
                <a:lnTo>
                  <a:pt x="69850" y="111759"/>
                </a:lnTo>
                <a:lnTo>
                  <a:pt x="141483" y="111759"/>
                </a:lnTo>
                <a:lnTo>
                  <a:pt x="159329" y="73844"/>
                </a:lnTo>
                <a:lnTo>
                  <a:pt x="159638" y="67055"/>
                </a:lnTo>
                <a:lnTo>
                  <a:pt x="159261" y="58800"/>
                </a:lnTo>
                <a:lnTo>
                  <a:pt x="145557" y="24225"/>
                </a:lnTo>
                <a:lnTo>
                  <a:pt x="143328" y="21970"/>
                </a:lnTo>
                <a:close/>
              </a:path>
              <a:path w="1031239" h="255904">
                <a:moveTo>
                  <a:pt x="285115" y="80898"/>
                </a:moveTo>
                <a:lnTo>
                  <a:pt x="244639" y="91146"/>
                </a:lnTo>
                <a:lnTo>
                  <a:pt x="215233" y="118586"/>
                </a:lnTo>
                <a:lnTo>
                  <a:pt x="201697" y="159087"/>
                </a:lnTo>
                <a:lnTo>
                  <a:pt x="201295" y="168401"/>
                </a:lnTo>
                <a:lnTo>
                  <a:pt x="201480" y="172592"/>
                </a:lnTo>
                <a:lnTo>
                  <a:pt x="201575" y="174751"/>
                </a:lnTo>
                <a:lnTo>
                  <a:pt x="215598" y="218027"/>
                </a:lnTo>
                <a:lnTo>
                  <a:pt x="245362" y="245530"/>
                </a:lnTo>
                <a:lnTo>
                  <a:pt x="287147" y="255777"/>
                </a:lnTo>
                <a:lnTo>
                  <a:pt x="295397" y="255353"/>
                </a:lnTo>
                <a:lnTo>
                  <a:pt x="296673" y="255353"/>
                </a:lnTo>
                <a:lnTo>
                  <a:pt x="334519" y="242706"/>
                </a:lnTo>
                <a:lnTo>
                  <a:pt x="344588" y="235076"/>
                </a:lnTo>
                <a:lnTo>
                  <a:pt x="278765" y="235076"/>
                </a:lnTo>
                <a:lnTo>
                  <a:pt x="270891" y="233425"/>
                </a:lnTo>
                <a:lnTo>
                  <a:pt x="263525" y="230250"/>
                </a:lnTo>
                <a:lnTo>
                  <a:pt x="256159" y="226948"/>
                </a:lnTo>
                <a:lnTo>
                  <a:pt x="249682" y="222630"/>
                </a:lnTo>
                <a:lnTo>
                  <a:pt x="244221" y="217169"/>
                </a:lnTo>
                <a:lnTo>
                  <a:pt x="238760" y="211835"/>
                </a:lnTo>
                <a:lnTo>
                  <a:pt x="226441" y="174751"/>
                </a:lnTo>
                <a:lnTo>
                  <a:pt x="364363" y="174751"/>
                </a:lnTo>
                <a:lnTo>
                  <a:pt x="364490" y="172592"/>
                </a:lnTo>
                <a:lnTo>
                  <a:pt x="364617" y="163321"/>
                </a:lnTo>
                <a:lnTo>
                  <a:pt x="364321" y="155447"/>
                </a:lnTo>
                <a:lnTo>
                  <a:pt x="226822" y="155447"/>
                </a:lnTo>
                <a:lnTo>
                  <a:pt x="227205" y="150177"/>
                </a:lnTo>
                <a:lnTo>
                  <a:pt x="227330" y="148462"/>
                </a:lnTo>
                <a:lnTo>
                  <a:pt x="228970" y="141648"/>
                </a:lnTo>
                <a:lnTo>
                  <a:pt x="232156" y="135127"/>
                </a:lnTo>
                <a:lnTo>
                  <a:pt x="235204" y="128650"/>
                </a:lnTo>
                <a:lnTo>
                  <a:pt x="239268" y="122808"/>
                </a:lnTo>
                <a:lnTo>
                  <a:pt x="244601" y="117728"/>
                </a:lnTo>
                <a:lnTo>
                  <a:pt x="249809" y="112648"/>
                </a:lnTo>
                <a:lnTo>
                  <a:pt x="255905" y="108584"/>
                </a:lnTo>
                <a:lnTo>
                  <a:pt x="269494" y="102742"/>
                </a:lnTo>
                <a:lnTo>
                  <a:pt x="276987" y="101218"/>
                </a:lnTo>
                <a:lnTo>
                  <a:pt x="340356" y="101218"/>
                </a:lnTo>
                <a:lnTo>
                  <a:pt x="339159" y="100022"/>
                </a:lnTo>
                <a:lnTo>
                  <a:pt x="303514" y="82581"/>
                </a:lnTo>
                <a:lnTo>
                  <a:pt x="294618" y="81323"/>
                </a:lnTo>
                <a:lnTo>
                  <a:pt x="285115" y="80898"/>
                </a:lnTo>
                <a:close/>
              </a:path>
              <a:path w="1031239" h="255904">
                <a:moveTo>
                  <a:pt x="340613" y="206247"/>
                </a:moveTo>
                <a:lnTo>
                  <a:pt x="304752" y="232886"/>
                </a:lnTo>
                <a:lnTo>
                  <a:pt x="287147" y="235076"/>
                </a:lnTo>
                <a:lnTo>
                  <a:pt x="344588" y="235076"/>
                </a:lnTo>
                <a:lnTo>
                  <a:pt x="350954" y="229217"/>
                </a:lnTo>
                <a:lnTo>
                  <a:pt x="358648" y="220471"/>
                </a:lnTo>
                <a:lnTo>
                  <a:pt x="340613" y="206247"/>
                </a:lnTo>
                <a:close/>
              </a:path>
              <a:path w="1031239" h="255904">
                <a:moveTo>
                  <a:pt x="340356" y="101218"/>
                </a:moveTo>
                <a:lnTo>
                  <a:pt x="285115" y="101218"/>
                </a:lnTo>
                <a:lnTo>
                  <a:pt x="297328" y="102193"/>
                </a:lnTo>
                <a:lnTo>
                  <a:pt x="308054" y="105108"/>
                </a:lnTo>
                <a:lnTo>
                  <a:pt x="335772" y="134127"/>
                </a:lnTo>
                <a:lnTo>
                  <a:pt x="339979" y="155447"/>
                </a:lnTo>
                <a:lnTo>
                  <a:pt x="364321" y="155447"/>
                </a:lnTo>
                <a:lnTo>
                  <a:pt x="353060" y="117411"/>
                </a:lnTo>
                <a:lnTo>
                  <a:pt x="344424" y="105282"/>
                </a:lnTo>
                <a:lnTo>
                  <a:pt x="340356" y="101218"/>
                </a:lnTo>
                <a:close/>
              </a:path>
              <a:path w="1031239" h="255904">
                <a:moveTo>
                  <a:pt x="450215" y="105409"/>
                </a:moveTo>
                <a:lnTo>
                  <a:pt x="426085" y="105409"/>
                </a:lnTo>
                <a:lnTo>
                  <a:pt x="426085" y="218312"/>
                </a:lnTo>
                <a:lnTo>
                  <a:pt x="427482" y="225805"/>
                </a:lnTo>
                <a:lnTo>
                  <a:pt x="430149" y="231393"/>
                </a:lnTo>
                <a:lnTo>
                  <a:pt x="432816" y="237108"/>
                </a:lnTo>
                <a:lnTo>
                  <a:pt x="436372" y="241680"/>
                </a:lnTo>
                <a:lnTo>
                  <a:pt x="440690" y="244982"/>
                </a:lnTo>
                <a:lnTo>
                  <a:pt x="444881" y="248284"/>
                </a:lnTo>
                <a:lnTo>
                  <a:pt x="449580" y="250570"/>
                </a:lnTo>
                <a:lnTo>
                  <a:pt x="459486" y="252856"/>
                </a:lnTo>
                <a:lnTo>
                  <a:pt x="464185" y="253491"/>
                </a:lnTo>
                <a:lnTo>
                  <a:pt x="474091" y="253491"/>
                </a:lnTo>
                <a:lnTo>
                  <a:pt x="479171" y="253110"/>
                </a:lnTo>
                <a:lnTo>
                  <a:pt x="483743" y="252221"/>
                </a:lnTo>
                <a:lnTo>
                  <a:pt x="488442" y="251459"/>
                </a:lnTo>
                <a:lnTo>
                  <a:pt x="492760" y="250189"/>
                </a:lnTo>
                <a:lnTo>
                  <a:pt x="496950" y="248665"/>
                </a:lnTo>
                <a:lnTo>
                  <a:pt x="496198" y="233044"/>
                </a:lnTo>
                <a:lnTo>
                  <a:pt x="471550" y="233044"/>
                </a:lnTo>
                <a:lnTo>
                  <a:pt x="468249" y="232536"/>
                </a:lnTo>
                <a:lnTo>
                  <a:pt x="465200" y="231647"/>
                </a:lnTo>
                <a:lnTo>
                  <a:pt x="462153" y="230885"/>
                </a:lnTo>
                <a:lnTo>
                  <a:pt x="459486" y="229234"/>
                </a:lnTo>
                <a:lnTo>
                  <a:pt x="450264" y="209041"/>
                </a:lnTo>
                <a:lnTo>
                  <a:pt x="450215" y="105409"/>
                </a:lnTo>
                <a:close/>
              </a:path>
              <a:path w="1031239" h="255904">
                <a:moveTo>
                  <a:pt x="495935" y="227583"/>
                </a:moveTo>
                <a:lnTo>
                  <a:pt x="492760" y="229234"/>
                </a:lnTo>
                <a:lnTo>
                  <a:pt x="489204" y="230504"/>
                </a:lnTo>
                <a:lnTo>
                  <a:pt x="481838" y="232536"/>
                </a:lnTo>
                <a:lnTo>
                  <a:pt x="478282" y="233044"/>
                </a:lnTo>
                <a:lnTo>
                  <a:pt x="496198" y="233044"/>
                </a:lnTo>
                <a:lnTo>
                  <a:pt x="496075" y="230504"/>
                </a:lnTo>
                <a:lnTo>
                  <a:pt x="496014" y="229234"/>
                </a:lnTo>
                <a:lnTo>
                  <a:pt x="495935" y="227583"/>
                </a:lnTo>
                <a:close/>
              </a:path>
              <a:path w="1031239" h="255904">
                <a:moveTo>
                  <a:pt x="496950" y="85343"/>
                </a:moveTo>
                <a:lnTo>
                  <a:pt x="391541" y="85343"/>
                </a:lnTo>
                <a:lnTo>
                  <a:pt x="391541" y="105409"/>
                </a:lnTo>
                <a:lnTo>
                  <a:pt x="496950" y="105409"/>
                </a:lnTo>
                <a:lnTo>
                  <a:pt x="496950" y="85343"/>
                </a:lnTo>
                <a:close/>
              </a:path>
              <a:path w="1031239" h="255904">
                <a:moveTo>
                  <a:pt x="450215" y="38353"/>
                </a:moveTo>
                <a:lnTo>
                  <a:pt x="426085" y="38353"/>
                </a:lnTo>
                <a:lnTo>
                  <a:pt x="426085" y="85343"/>
                </a:lnTo>
                <a:lnTo>
                  <a:pt x="450215" y="85343"/>
                </a:lnTo>
                <a:lnTo>
                  <a:pt x="450215" y="38353"/>
                </a:lnTo>
                <a:close/>
              </a:path>
              <a:path w="1031239" h="255904">
                <a:moveTo>
                  <a:pt x="563626" y="85343"/>
                </a:moveTo>
                <a:lnTo>
                  <a:pt x="539623" y="85343"/>
                </a:lnTo>
                <a:lnTo>
                  <a:pt x="539623" y="187070"/>
                </a:lnTo>
                <a:lnTo>
                  <a:pt x="540443" y="199389"/>
                </a:lnTo>
                <a:lnTo>
                  <a:pt x="540553" y="201040"/>
                </a:lnTo>
                <a:lnTo>
                  <a:pt x="540601" y="201761"/>
                </a:lnTo>
                <a:lnTo>
                  <a:pt x="564257" y="245115"/>
                </a:lnTo>
                <a:lnTo>
                  <a:pt x="602869" y="255777"/>
                </a:lnTo>
                <a:lnTo>
                  <a:pt x="611610" y="255206"/>
                </a:lnTo>
                <a:lnTo>
                  <a:pt x="650208" y="236156"/>
                </a:lnTo>
                <a:lnTo>
                  <a:pt x="650791" y="235457"/>
                </a:lnTo>
                <a:lnTo>
                  <a:pt x="600075" y="235457"/>
                </a:lnTo>
                <a:lnTo>
                  <a:pt x="593494" y="234187"/>
                </a:lnTo>
                <a:lnTo>
                  <a:pt x="593089" y="234187"/>
                </a:lnTo>
                <a:lnTo>
                  <a:pt x="586994" y="231139"/>
                </a:lnTo>
                <a:lnTo>
                  <a:pt x="581151" y="228345"/>
                </a:lnTo>
                <a:lnTo>
                  <a:pt x="564388" y="193928"/>
                </a:lnTo>
                <a:lnTo>
                  <a:pt x="563734" y="187070"/>
                </a:lnTo>
                <a:lnTo>
                  <a:pt x="563626" y="85343"/>
                </a:lnTo>
                <a:close/>
              </a:path>
              <a:path w="1031239" h="255904">
                <a:moveTo>
                  <a:pt x="683594" y="223011"/>
                </a:moveTo>
                <a:lnTo>
                  <a:pt x="660273" y="223011"/>
                </a:lnTo>
                <a:lnTo>
                  <a:pt x="660303" y="224916"/>
                </a:lnTo>
                <a:lnTo>
                  <a:pt x="660423" y="231520"/>
                </a:lnTo>
                <a:lnTo>
                  <a:pt x="660547" y="234187"/>
                </a:lnTo>
                <a:lnTo>
                  <a:pt x="660671" y="236854"/>
                </a:lnTo>
                <a:lnTo>
                  <a:pt x="660789" y="239394"/>
                </a:lnTo>
                <a:lnTo>
                  <a:pt x="660908" y="241934"/>
                </a:lnTo>
                <a:lnTo>
                  <a:pt x="661152" y="245115"/>
                </a:lnTo>
                <a:lnTo>
                  <a:pt x="661201" y="245744"/>
                </a:lnTo>
                <a:lnTo>
                  <a:pt x="661288" y="246887"/>
                </a:lnTo>
                <a:lnTo>
                  <a:pt x="661717" y="250634"/>
                </a:lnTo>
                <a:lnTo>
                  <a:pt x="661797" y="251332"/>
                </a:lnTo>
                <a:lnTo>
                  <a:pt x="684911" y="251332"/>
                </a:lnTo>
                <a:lnTo>
                  <a:pt x="683709" y="228980"/>
                </a:lnTo>
                <a:lnTo>
                  <a:pt x="683594" y="223011"/>
                </a:lnTo>
                <a:close/>
              </a:path>
              <a:path w="1031239" h="255904">
                <a:moveTo>
                  <a:pt x="683513" y="85343"/>
                </a:moveTo>
                <a:lnTo>
                  <a:pt x="659257" y="85343"/>
                </a:lnTo>
                <a:lnTo>
                  <a:pt x="659257" y="170433"/>
                </a:lnTo>
                <a:lnTo>
                  <a:pt x="658975" y="178458"/>
                </a:lnTo>
                <a:lnTo>
                  <a:pt x="643636" y="219709"/>
                </a:lnTo>
                <a:lnTo>
                  <a:pt x="627507" y="231520"/>
                </a:lnTo>
                <a:lnTo>
                  <a:pt x="621411" y="234187"/>
                </a:lnTo>
                <a:lnTo>
                  <a:pt x="615188" y="235457"/>
                </a:lnTo>
                <a:lnTo>
                  <a:pt x="650791" y="235457"/>
                </a:lnTo>
                <a:lnTo>
                  <a:pt x="655419" y="229917"/>
                </a:lnTo>
                <a:lnTo>
                  <a:pt x="659511" y="223011"/>
                </a:lnTo>
                <a:lnTo>
                  <a:pt x="683594" y="223011"/>
                </a:lnTo>
                <a:lnTo>
                  <a:pt x="683513" y="85343"/>
                </a:lnTo>
                <a:close/>
              </a:path>
              <a:path w="1031239" h="255904">
                <a:moveTo>
                  <a:pt x="774446" y="85343"/>
                </a:moveTo>
                <a:lnTo>
                  <a:pt x="751459" y="85343"/>
                </a:lnTo>
                <a:lnTo>
                  <a:pt x="751753" y="89661"/>
                </a:lnTo>
                <a:lnTo>
                  <a:pt x="752221" y="97281"/>
                </a:lnTo>
                <a:lnTo>
                  <a:pt x="752332" y="100393"/>
                </a:lnTo>
                <a:lnTo>
                  <a:pt x="752443" y="103504"/>
                </a:lnTo>
                <a:lnTo>
                  <a:pt x="752554" y="106632"/>
                </a:lnTo>
                <a:lnTo>
                  <a:pt x="752647" y="109219"/>
                </a:lnTo>
                <a:lnTo>
                  <a:pt x="752729" y="251332"/>
                </a:lnTo>
                <a:lnTo>
                  <a:pt x="777113" y="251332"/>
                </a:lnTo>
                <a:lnTo>
                  <a:pt x="777113" y="166115"/>
                </a:lnTo>
                <a:lnTo>
                  <a:pt x="777355" y="158061"/>
                </a:lnTo>
                <a:lnTo>
                  <a:pt x="795604" y="113537"/>
                </a:lnTo>
                <a:lnTo>
                  <a:pt x="775843" y="113537"/>
                </a:lnTo>
                <a:lnTo>
                  <a:pt x="775716" y="105663"/>
                </a:lnTo>
                <a:lnTo>
                  <a:pt x="775014" y="90931"/>
                </a:lnTo>
                <a:lnTo>
                  <a:pt x="774954" y="89661"/>
                </a:lnTo>
                <a:lnTo>
                  <a:pt x="774521" y="85988"/>
                </a:lnTo>
                <a:lnTo>
                  <a:pt x="774446" y="85343"/>
                </a:lnTo>
                <a:close/>
              </a:path>
              <a:path w="1031239" h="255904">
                <a:moveTo>
                  <a:pt x="835660" y="81025"/>
                </a:moveTo>
                <a:lnTo>
                  <a:pt x="828001" y="81025"/>
                </a:lnTo>
                <a:lnTo>
                  <a:pt x="820225" y="81533"/>
                </a:lnTo>
                <a:lnTo>
                  <a:pt x="820909" y="81533"/>
                </a:lnTo>
                <a:lnTo>
                  <a:pt x="812974" y="83169"/>
                </a:lnTo>
                <a:lnTo>
                  <a:pt x="780633" y="106632"/>
                </a:lnTo>
                <a:lnTo>
                  <a:pt x="776732" y="113537"/>
                </a:lnTo>
                <a:lnTo>
                  <a:pt x="795604" y="113537"/>
                </a:lnTo>
                <a:lnTo>
                  <a:pt x="796036" y="113029"/>
                </a:lnTo>
                <a:lnTo>
                  <a:pt x="801243" y="109219"/>
                </a:lnTo>
                <a:lnTo>
                  <a:pt x="807085" y="106933"/>
                </a:lnTo>
                <a:lnTo>
                  <a:pt x="813054" y="104520"/>
                </a:lnTo>
                <a:lnTo>
                  <a:pt x="818585" y="103504"/>
                </a:lnTo>
                <a:lnTo>
                  <a:pt x="842921" y="103504"/>
                </a:lnTo>
                <a:lnTo>
                  <a:pt x="845875" y="83169"/>
                </a:lnTo>
                <a:lnTo>
                  <a:pt x="845947" y="82676"/>
                </a:lnTo>
                <a:lnTo>
                  <a:pt x="843280" y="82041"/>
                </a:lnTo>
                <a:lnTo>
                  <a:pt x="840613" y="81533"/>
                </a:lnTo>
                <a:lnTo>
                  <a:pt x="835660" y="81025"/>
                </a:lnTo>
                <a:close/>
              </a:path>
              <a:path w="1031239" h="255904">
                <a:moveTo>
                  <a:pt x="842921" y="103504"/>
                </a:moveTo>
                <a:lnTo>
                  <a:pt x="832231" y="103504"/>
                </a:lnTo>
                <a:lnTo>
                  <a:pt x="841248" y="104901"/>
                </a:lnTo>
                <a:lnTo>
                  <a:pt x="842645" y="105409"/>
                </a:lnTo>
                <a:lnTo>
                  <a:pt x="842921" y="103504"/>
                </a:lnTo>
                <a:close/>
              </a:path>
              <a:path w="1031239" h="255904">
                <a:moveTo>
                  <a:pt x="908558" y="85343"/>
                </a:moveTo>
                <a:lnTo>
                  <a:pt x="885571" y="85343"/>
                </a:lnTo>
                <a:lnTo>
                  <a:pt x="885865" y="89661"/>
                </a:lnTo>
                <a:lnTo>
                  <a:pt x="886333" y="97281"/>
                </a:lnTo>
                <a:lnTo>
                  <a:pt x="886423" y="99821"/>
                </a:lnTo>
                <a:lnTo>
                  <a:pt x="886518" y="102488"/>
                </a:lnTo>
                <a:lnTo>
                  <a:pt x="886614" y="105155"/>
                </a:lnTo>
                <a:lnTo>
                  <a:pt x="886727" y="108330"/>
                </a:lnTo>
                <a:lnTo>
                  <a:pt x="886841" y="251332"/>
                </a:lnTo>
                <a:lnTo>
                  <a:pt x="911225" y="251332"/>
                </a:lnTo>
                <a:lnTo>
                  <a:pt x="911225" y="166115"/>
                </a:lnTo>
                <a:lnTo>
                  <a:pt x="911486" y="158037"/>
                </a:lnTo>
                <a:lnTo>
                  <a:pt x="921948" y="122427"/>
                </a:lnTo>
                <a:lnTo>
                  <a:pt x="922020" y="122300"/>
                </a:lnTo>
                <a:lnTo>
                  <a:pt x="926719" y="116966"/>
                </a:lnTo>
                <a:lnTo>
                  <a:pt x="929897" y="113537"/>
                </a:lnTo>
                <a:lnTo>
                  <a:pt x="909955" y="113537"/>
                </a:lnTo>
                <a:lnTo>
                  <a:pt x="909828" y="105663"/>
                </a:lnTo>
                <a:lnTo>
                  <a:pt x="909156" y="91561"/>
                </a:lnTo>
                <a:lnTo>
                  <a:pt x="909066" y="89661"/>
                </a:lnTo>
                <a:lnTo>
                  <a:pt x="908633" y="85988"/>
                </a:lnTo>
                <a:lnTo>
                  <a:pt x="908558" y="85343"/>
                </a:lnTo>
                <a:close/>
              </a:path>
              <a:path w="1031239" h="255904">
                <a:moveTo>
                  <a:pt x="1015940" y="101218"/>
                </a:moveTo>
                <a:lnTo>
                  <a:pt x="970280" y="101218"/>
                </a:lnTo>
                <a:lnTo>
                  <a:pt x="977519" y="102615"/>
                </a:lnTo>
                <a:lnTo>
                  <a:pt x="983626" y="105663"/>
                </a:lnTo>
                <a:lnTo>
                  <a:pt x="989203" y="108330"/>
                </a:lnTo>
                <a:lnTo>
                  <a:pt x="993901" y="112267"/>
                </a:lnTo>
                <a:lnTo>
                  <a:pt x="997204" y="117347"/>
                </a:lnTo>
                <a:lnTo>
                  <a:pt x="1000547" y="122300"/>
                </a:lnTo>
                <a:lnTo>
                  <a:pt x="1006475" y="251332"/>
                </a:lnTo>
                <a:lnTo>
                  <a:pt x="1030859" y="251332"/>
                </a:lnTo>
                <a:lnTo>
                  <a:pt x="1030859" y="149478"/>
                </a:lnTo>
                <a:lnTo>
                  <a:pt x="1029860" y="134790"/>
                </a:lnTo>
                <a:lnTo>
                  <a:pt x="1026888" y="121665"/>
                </a:lnTo>
                <a:lnTo>
                  <a:pt x="1021911" y="109938"/>
                </a:lnTo>
                <a:lnTo>
                  <a:pt x="1015940" y="101218"/>
                </a:lnTo>
                <a:close/>
              </a:path>
              <a:path w="1031239" h="255904">
                <a:moveTo>
                  <a:pt x="967486" y="80898"/>
                </a:moveTo>
                <a:lnTo>
                  <a:pt x="926381" y="94821"/>
                </a:lnTo>
                <a:lnTo>
                  <a:pt x="910844" y="113537"/>
                </a:lnTo>
                <a:lnTo>
                  <a:pt x="929897" y="113537"/>
                </a:lnTo>
                <a:lnTo>
                  <a:pt x="931545" y="111759"/>
                </a:lnTo>
                <a:lnTo>
                  <a:pt x="936879" y="107695"/>
                </a:lnTo>
                <a:lnTo>
                  <a:pt x="942848" y="105155"/>
                </a:lnTo>
                <a:lnTo>
                  <a:pt x="948944" y="102488"/>
                </a:lnTo>
                <a:lnTo>
                  <a:pt x="955040" y="101218"/>
                </a:lnTo>
                <a:lnTo>
                  <a:pt x="1015940" y="101218"/>
                </a:lnTo>
                <a:lnTo>
                  <a:pt x="1014984" y="99821"/>
                </a:lnTo>
                <a:lnTo>
                  <a:pt x="1006026" y="91561"/>
                </a:lnTo>
                <a:lnTo>
                  <a:pt x="995140" y="85645"/>
                </a:lnTo>
                <a:lnTo>
                  <a:pt x="982301" y="82087"/>
                </a:lnTo>
                <a:lnTo>
                  <a:pt x="967486" y="80898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74870" y="2939731"/>
            <a:ext cx="6641973" cy="3825492"/>
          </a:xfrm>
          <a:prstGeom prst="rect">
            <a:avLst/>
          </a:prstGeom>
        </p:spPr>
      </p:pic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2901D060-0CF1-803E-BA31-100D0697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A9349-E736-4D5C-B8C1-D3508CE3CA48}" type="datetime1">
              <a:rPr lang="en-US" smtClean="0"/>
              <a:t>12/31/2025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92FAB102-FABD-0BB6-F3B4-BF2396FB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410EC0FA-FD66-8F0E-B973-7121165B0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447" y="761441"/>
            <a:ext cx="24326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851" y="2186304"/>
            <a:ext cx="2451989" cy="2790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3210" y="2882264"/>
            <a:ext cx="1238796" cy="2642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2469" y="2871723"/>
            <a:ext cx="3756279" cy="3249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6736" y="3571494"/>
            <a:ext cx="1208506" cy="2557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99404" y="3550284"/>
            <a:ext cx="3490849" cy="3578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65704" y="3554476"/>
            <a:ext cx="2796285" cy="35369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954389" y="3786632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4" h="38735">
                <a:moveTo>
                  <a:pt x="24637" y="0"/>
                </a:moveTo>
                <a:lnTo>
                  <a:pt x="13334" y="0"/>
                </a:lnTo>
                <a:lnTo>
                  <a:pt x="8762" y="2032"/>
                </a:lnTo>
                <a:lnTo>
                  <a:pt x="1777" y="9779"/>
                </a:lnTo>
                <a:lnTo>
                  <a:pt x="0" y="14351"/>
                </a:lnTo>
                <a:lnTo>
                  <a:pt x="0" y="19304"/>
                </a:lnTo>
                <a:lnTo>
                  <a:pt x="0" y="24257"/>
                </a:lnTo>
                <a:lnTo>
                  <a:pt x="1777" y="28702"/>
                </a:lnTo>
                <a:lnTo>
                  <a:pt x="8762" y="36449"/>
                </a:lnTo>
                <a:lnTo>
                  <a:pt x="13334" y="38354"/>
                </a:lnTo>
                <a:lnTo>
                  <a:pt x="24637" y="38354"/>
                </a:lnTo>
                <a:lnTo>
                  <a:pt x="29336" y="36449"/>
                </a:lnTo>
                <a:lnTo>
                  <a:pt x="32892" y="32512"/>
                </a:lnTo>
                <a:lnTo>
                  <a:pt x="36449" y="28702"/>
                </a:lnTo>
                <a:lnTo>
                  <a:pt x="38226" y="24257"/>
                </a:lnTo>
                <a:lnTo>
                  <a:pt x="38226" y="14351"/>
                </a:lnTo>
                <a:lnTo>
                  <a:pt x="36449" y="9779"/>
                </a:lnTo>
                <a:lnTo>
                  <a:pt x="32892" y="5969"/>
                </a:lnTo>
                <a:lnTo>
                  <a:pt x="29336" y="2032"/>
                </a:lnTo>
                <a:lnTo>
                  <a:pt x="24637" y="0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3210" y="4235703"/>
            <a:ext cx="7110641" cy="27482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103210" y="4927472"/>
            <a:ext cx="607060" cy="264795"/>
          </a:xfrm>
          <a:custGeom>
            <a:avLst/>
            <a:gdLst/>
            <a:ahLst/>
            <a:cxnLst/>
            <a:rect l="l" t="t" r="r" b="b"/>
            <a:pathLst>
              <a:path w="607060" h="264795">
                <a:moveTo>
                  <a:pt x="130911" y="0"/>
                </a:moveTo>
                <a:lnTo>
                  <a:pt x="114892" y="746"/>
                </a:lnTo>
                <a:lnTo>
                  <a:pt x="116447" y="746"/>
                </a:lnTo>
                <a:lnTo>
                  <a:pt x="103965" y="2539"/>
                </a:lnTo>
                <a:lnTo>
                  <a:pt x="67372" y="15482"/>
                </a:lnTo>
                <a:lnTo>
                  <a:pt x="29050" y="46779"/>
                </a:lnTo>
                <a:lnTo>
                  <a:pt x="5561" y="91630"/>
                </a:lnTo>
                <a:lnTo>
                  <a:pt x="0" y="132206"/>
                </a:lnTo>
                <a:lnTo>
                  <a:pt x="607" y="146302"/>
                </a:lnTo>
                <a:lnTo>
                  <a:pt x="9715" y="185038"/>
                </a:lnTo>
                <a:lnTo>
                  <a:pt x="36842" y="226694"/>
                </a:lnTo>
                <a:lnTo>
                  <a:pt x="78460" y="254253"/>
                </a:lnTo>
                <a:lnTo>
                  <a:pt x="117033" y="263665"/>
                </a:lnTo>
                <a:lnTo>
                  <a:pt x="130911" y="264287"/>
                </a:lnTo>
                <a:lnTo>
                  <a:pt x="139319" y="264050"/>
                </a:lnTo>
                <a:lnTo>
                  <a:pt x="182616" y="253442"/>
                </a:lnTo>
                <a:lnTo>
                  <a:pt x="201890" y="241934"/>
                </a:lnTo>
                <a:lnTo>
                  <a:pt x="131254" y="241934"/>
                </a:lnTo>
                <a:lnTo>
                  <a:pt x="119503" y="241367"/>
                </a:lnTo>
                <a:lnTo>
                  <a:pt x="78516" y="228185"/>
                </a:lnTo>
                <a:lnTo>
                  <a:pt x="48593" y="201100"/>
                </a:lnTo>
                <a:lnTo>
                  <a:pt x="30977" y="163943"/>
                </a:lnTo>
                <a:lnTo>
                  <a:pt x="26873" y="132206"/>
                </a:lnTo>
                <a:lnTo>
                  <a:pt x="27318" y="121300"/>
                </a:lnTo>
                <a:lnTo>
                  <a:pt x="37940" y="80678"/>
                </a:lnTo>
                <a:lnTo>
                  <a:pt x="61747" y="48228"/>
                </a:lnTo>
                <a:lnTo>
                  <a:pt x="97464" y="27441"/>
                </a:lnTo>
                <a:lnTo>
                  <a:pt x="131254" y="22351"/>
                </a:lnTo>
                <a:lnTo>
                  <a:pt x="203322" y="22351"/>
                </a:lnTo>
                <a:lnTo>
                  <a:pt x="198158" y="18414"/>
                </a:lnTo>
                <a:lnTo>
                  <a:pt x="158127" y="2920"/>
                </a:lnTo>
                <a:lnTo>
                  <a:pt x="137812" y="188"/>
                </a:lnTo>
                <a:lnTo>
                  <a:pt x="130911" y="0"/>
                </a:lnTo>
                <a:close/>
              </a:path>
              <a:path w="607060" h="264795">
                <a:moveTo>
                  <a:pt x="205143" y="204596"/>
                </a:moveTo>
                <a:lnTo>
                  <a:pt x="172504" y="233044"/>
                </a:lnTo>
                <a:lnTo>
                  <a:pt x="131254" y="241934"/>
                </a:lnTo>
                <a:lnTo>
                  <a:pt x="201890" y="241934"/>
                </a:lnTo>
                <a:lnTo>
                  <a:pt x="225013" y="217525"/>
                </a:lnTo>
                <a:lnTo>
                  <a:pt x="225239" y="217525"/>
                </a:lnTo>
                <a:lnTo>
                  <a:pt x="205143" y="204596"/>
                </a:lnTo>
                <a:close/>
              </a:path>
              <a:path w="607060" h="264795">
                <a:moveTo>
                  <a:pt x="203322" y="22351"/>
                </a:moveTo>
                <a:lnTo>
                  <a:pt x="139344" y="22351"/>
                </a:lnTo>
                <a:lnTo>
                  <a:pt x="146888" y="23368"/>
                </a:lnTo>
                <a:lnTo>
                  <a:pt x="160870" y="27177"/>
                </a:lnTo>
                <a:lnTo>
                  <a:pt x="188633" y="43433"/>
                </a:lnTo>
                <a:lnTo>
                  <a:pt x="193078" y="47497"/>
                </a:lnTo>
                <a:lnTo>
                  <a:pt x="196507" y="51434"/>
                </a:lnTo>
                <a:lnTo>
                  <a:pt x="199090" y="55371"/>
                </a:lnTo>
                <a:lnTo>
                  <a:pt x="199174" y="55499"/>
                </a:lnTo>
                <a:lnTo>
                  <a:pt x="220383" y="39877"/>
                </a:lnTo>
                <a:lnTo>
                  <a:pt x="216192" y="33654"/>
                </a:lnTo>
                <a:lnTo>
                  <a:pt x="210985" y="28193"/>
                </a:lnTo>
                <a:lnTo>
                  <a:pt x="203322" y="22351"/>
                </a:lnTo>
                <a:close/>
              </a:path>
              <a:path w="607060" h="264795">
                <a:moveTo>
                  <a:pt x="382849" y="107695"/>
                </a:moveTo>
                <a:lnTo>
                  <a:pt x="328333" y="107695"/>
                </a:lnTo>
                <a:lnTo>
                  <a:pt x="338528" y="108362"/>
                </a:lnTo>
                <a:lnTo>
                  <a:pt x="347414" y="110362"/>
                </a:lnTo>
                <a:lnTo>
                  <a:pt x="372022" y="140392"/>
                </a:lnTo>
                <a:lnTo>
                  <a:pt x="372068" y="140581"/>
                </a:lnTo>
                <a:lnTo>
                  <a:pt x="372783" y="150749"/>
                </a:lnTo>
                <a:lnTo>
                  <a:pt x="372783" y="156053"/>
                </a:lnTo>
                <a:lnTo>
                  <a:pt x="361472" y="156053"/>
                </a:lnTo>
                <a:lnTo>
                  <a:pt x="350399" y="156352"/>
                </a:lnTo>
                <a:lnTo>
                  <a:pt x="309044" y="160162"/>
                </a:lnTo>
                <a:lnTo>
                  <a:pt x="270625" y="176095"/>
                </a:lnTo>
                <a:lnTo>
                  <a:pt x="255803" y="221487"/>
                </a:lnTo>
                <a:lnTo>
                  <a:pt x="257467" y="228853"/>
                </a:lnTo>
                <a:lnTo>
                  <a:pt x="264833" y="241553"/>
                </a:lnTo>
                <a:lnTo>
                  <a:pt x="269405" y="246760"/>
                </a:lnTo>
                <a:lnTo>
                  <a:pt x="274993" y="250697"/>
                </a:lnTo>
                <a:lnTo>
                  <a:pt x="279259" y="253872"/>
                </a:lnTo>
                <a:lnTo>
                  <a:pt x="280724" y="254888"/>
                </a:lnTo>
                <a:lnTo>
                  <a:pt x="286947" y="257809"/>
                </a:lnTo>
                <a:lnTo>
                  <a:pt x="287157" y="257809"/>
                </a:lnTo>
                <a:lnTo>
                  <a:pt x="293408" y="259460"/>
                </a:lnTo>
                <a:lnTo>
                  <a:pt x="300139" y="261365"/>
                </a:lnTo>
                <a:lnTo>
                  <a:pt x="306743" y="262254"/>
                </a:lnTo>
                <a:lnTo>
                  <a:pt x="313093" y="262254"/>
                </a:lnTo>
                <a:lnTo>
                  <a:pt x="354696" y="250697"/>
                </a:lnTo>
                <a:lnTo>
                  <a:pt x="364145" y="242315"/>
                </a:lnTo>
                <a:lnTo>
                  <a:pt x="314744" y="242315"/>
                </a:lnTo>
                <a:lnTo>
                  <a:pt x="310045" y="241681"/>
                </a:lnTo>
                <a:lnTo>
                  <a:pt x="306044" y="240791"/>
                </a:lnTo>
                <a:lnTo>
                  <a:pt x="300774" y="239521"/>
                </a:lnTo>
                <a:lnTo>
                  <a:pt x="296583" y="237744"/>
                </a:lnTo>
                <a:lnTo>
                  <a:pt x="292900" y="235203"/>
                </a:lnTo>
                <a:lnTo>
                  <a:pt x="289090" y="232790"/>
                </a:lnTo>
                <a:lnTo>
                  <a:pt x="286169" y="229488"/>
                </a:lnTo>
                <a:lnTo>
                  <a:pt x="283883" y="225551"/>
                </a:lnTo>
                <a:lnTo>
                  <a:pt x="281597" y="221487"/>
                </a:lnTo>
                <a:lnTo>
                  <a:pt x="280454" y="216662"/>
                </a:lnTo>
                <a:lnTo>
                  <a:pt x="280551" y="202590"/>
                </a:lnTo>
                <a:lnTo>
                  <a:pt x="314607" y="179236"/>
                </a:lnTo>
                <a:lnTo>
                  <a:pt x="334961" y="176095"/>
                </a:lnTo>
                <a:lnTo>
                  <a:pt x="334626" y="176095"/>
                </a:lnTo>
                <a:lnTo>
                  <a:pt x="343295" y="175502"/>
                </a:lnTo>
                <a:lnTo>
                  <a:pt x="350843" y="175101"/>
                </a:lnTo>
                <a:lnTo>
                  <a:pt x="358344" y="174843"/>
                </a:lnTo>
                <a:lnTo>
                  <a:pt x="395643" y="174843"/>
                </a:lnTo>
                <a:lnTo>
                  <a:pt x="395643" y="147827"/>
                </a:lnTo>
                <a:lnTo>
                  <a:pt x="387329" y="113696"/>
                </a:lnTo>
                <a:lnTo>
                  <a:pt x="387261" y="113537"/>
                </a:lnTo>
                <a:lnTo>
                  <a:pt x="382849" y="107695"/>
                </a:lnTo>
                <a:close/>
              </a:path>
              <a:path w="607060" h="264795">
                <a:moveTo>
                  <a:pt x="395794" y="230885"/>
                </a:moveTo>
                <a:lnTo>
                  <a:pt x="374307" y="230885"/>
                </a:lnTo>
                <a:lnTo>
                  <a:pt x="374307" y="235331"/>
                </a:lnTo>
                <a:lnTo>
                  <a:pt x="374441" y="237744"/>
                </a:lnTo>
                <a:lnTo>
                  <a:pt x="374539" y="239521"/>
                </a:lnTo>
                <a:lnTo>
                  <a:pt x="374942" y="244728"/>
                </a:lnTo>
                <a:lnTo>
                  <a:pt x="375871" y="253110"/>
                </a:lnTo>
                <a:lnTo>
                  <a:pt x="375958" y="253872"/>
                </a:lnTo>
                <a:lnTo>
                  <a:pt x="376720" y="257809"/>
                </a:lnTo>
                <a:lnTo>
                  <a:pt x="398437" y="257809"/>
                </a:lnTo>
                <a:lnTo>
                  <a:pt x="397421" y="253110"/>
                </a:lnTo>
                <a:lnTo>
                  <a:pt x="396786" y="247269"/>
                </a:lnTo>
                <a:lnTo>
                  <a:pt x="396419" y="242315"/>
                </a:lnTo>
                <a:lnTo>
                  <a:pt x="396306" y="240791"/>
                </a:lnTo>
                <a:lnTo>
                  <a:pt x="395995" y="235331"/>
                </a:lnTo>
                <a:lnTo>
                  <a:pt x="395897" y="233552"/>
                </a:lnTo>
                <a:lnTo>
                  <a:pt x="395794" y="230885"/>
                </a:lnTo>
                <a:close/>
              </a:path>
              <a:path w="607060" h="264795">
                <a:moveTo>
                  <a:pt x="395643" y="174843"/>
                </a:moveTo>
                <a:lnTo>
                  <a:pt x="372783" y="174843"/>
                </a:lnTo>
                <a:lnTo>
                  <a:pt x="372783" y="194563"/>
                </a:lnTo>
                <a:lnTo>
                  <a:pt x="371513" y="201549"/>
                </a:lnTo>
                <a:lnTo>
                  <a:pt x="369227" y="208152"/>
                </a:lnTo>
                <a:lnTo>
                  <a:pt x="366941" y="214883"/>
                </a:lnTo>
                <a:lnTo>
                  <a:pt x="363512" y="220725"/>
                </a:lnTo>
                <a:lnTo>
                  <a:pt x="328079" y="242315"/>
                </a:lnTo>
                <a:lnTo>
                  <a:pt x="364145" y="242315"/>
                </a:lnTo>
                <a:lnTo>
                  <a:pt x="367641" y="238619"/>
                </a:lnTo>
                <a:lnTo>
                  <a:pt x="373449" y="230885"/>
                </a:lnTo>
                <a:lnTo>
                  <a:pt x="395794" y="230885"/>
                </a:lnTo>
                <a:lnTo>
                  <a:pt x="395716" y="228853"/>
                </a:lnTo>
                <a:lnTo>
                  <a:pt x="395643" y="174843"/>
                </a:lnTo>
                <a:close/>
              </a:path>
              <a:path w="607060" h="264795">
                <a:moveTo>
                  <a:pt x="331000" y="87375"/>
                </a:moveTo>
                <a:lnTo>
                  <a:pt x="292646" y="94233"/>
                </a:lnTo>
                <a:lnTo>
                  <a:pt x="265595" y="111125"/>
                </a:lnTo>
                <a:lnTo>
                  <a:pt x="279057" y="127126"/>
                </a:lnTo>
                <a:lnTo>
                  <a:pt x="283752" y="122959"/>
                </a:lnTo>
                <a:lnTo>
                  <a:pt x="288899" y="119221"/>
                </a:lnTo>
                <a:lnTo>
                  <a:pt x="328333" y="107695"/>
                </a:lnTo>
                <a:lnTo>
                  <a:pt x="382849" y="107695"/>
                </a:lnTo>
                <a:lnTo>
                  <a:pt x="382562" y="107314"/>
                </a:lnTo>
                <a:lnTo>
                  <a:pt x="344001" y="88328"/>
                </a:lnTo>
                <a:lnTo>
                  <a:pt x="337590" y="87614"/>
                </a:lnTo>
                <a:lnTo>
                  <a:pt x="331000" y="87375"/>
                </a:lnTo>
                <a:close/>
              </a:path>
              <a:path w="607060" h="264795">
                <a:moveTo>
                  <a:pt x="484797" y="91820"/>
                </a:moveTo>
                <a:lnTo>
                  <a:pt x="461683" y="91820"/>
                </a:lnTo>
                <a:lnTo>
                  <a:pt x="462075" y="96138"/>
                </a:lnTo>
                <a:lnTo>
                  <a:pt x="462098" y="96393"/>
                </a:lnTo>
                <a:lnTo>
                  <a:pt x="462216" y="98038"/>
                </a:lnTo>
                <a:lnTo>
                  <a:pt x="462338" y="101091"/>
                </a:lnTo>
                <a:lnTo>
                  <a:pt x="462445" y="103758"/>
                </a:lnTo>
                <a:lnTo>
                  <a:pt x="462535" y="106299"/>
                </a:lnTo>
                <a:lnTo>
                  <a:pt x="462631" y="108965"/>
                </a:lnTo>
                <a:lnTo>
                  <a:pt x="462726" y="111632"/>
                </a:lnTo>
                <a:lnTo>
                  <a:pt x="462839" y="114807"/>
                </a:lnTo>
                <a:lnTo>
                  <a:pt x="462958" y="118237"/>
                </a:lnTo>
                <a:lnTo>
                  <a:pt x="463080" y="257809"/>
                </a:lnTo>
                <a:lnTo>
                  <a:pt x="487337" y="257809"/>
                </a:lnTo>
                <a:lnTo>
                  <a:pt x="487337" y="172593"/>
                </a:lnTo>
                <a:lnTo>
                  <a:pt x="487601" y="164514"/>
                </a:lnTo>
                <a:lnTo>
                  <a:pt x="502958" y="123443"/>
                </a:lnTo>
                <a:lnTo>
                  <a:pt x="506052" y="120014"/>
                </a:lnTo>
                <a:lnTo>
                  <a:pt x="486194" y="120014"/>
                </a:lnTo>
                <a:lnTo>
                  <a:pt x="486094" y="113109"/>
                </a:lnTo>
                <a:lnTo>
                  <a:pt x="486043" y="111632"/>
                </a:lnTo>
                <a:lnTo>
                  <a:pt x="485921" y="108965"/>
                </a:lnTo>
                <a:lnTo>
                  <a:pt x="485798" y="106299"/>
                </a:lnTo>
                <a:lnTo>
                  <a:pt x="485681" y="103758"/>
                </a:lnTo>
                <a:lnTo>
                  <a:pt x="485559" y="101091"/>
                </a:lnTo>
                <a:lnTo>
                  <a:pt x="485324" y="98038"/>
                </a:lnTo>
                <a:lnTo>
                  <a:pt x="484854" y="92465"/>
                </a:lnTo>
                <a:lnTo>
                  <a:pt x="484797" y="91820"/>
                </a:lnTo>
                <a:close/>
              </a:path>
              <a:path w="607060" h="264795">
                <a:moveTo>
                  <a:pt x="592052" y="107695"/>
                </a:moveTo>
                <a:lnTo>
                  <a:pt x="546392" y="107695"/>
                </a:lnTo>
                <a:lnTo>
                  <a:pt x="553758" y="109093"/>
                </a:lnTo>
                <a:lnTo>
                  <a:pt x="559865" y="112140"/>
                </a:lnTo>
                <a:lnTo>
                  <a:pt x="581952" y="149225"/>
                </a:lnTo>
                <a:lnTo>
                  <a:pt x="582714" y="257809"/>
                </a:lnTo>
                <a:lnTo>
                  <a:pt x="606971" y="257809"/>
                </a:lnTo>
                <a:lnTo>
                  <a:pt x="606971" y="155956"/>
                </a:lnTo>
                <a:lnTo>
                  <a:pt x="606133" y="143637"/>
                </a:lnTo>
                <a:lnTo>
                  <a:pt x="606030" y="142112"/>
                </a:lnTo>
                <a:lnTo>
                  <a:pt x="605972" y="141267"/>
                </a:lnTo>
                <a:lnTo>
                  <a:pt x="603000" y="128143"/>
                </a:lnTo>
                <a:lnTo>
                  <a:pt x="598096" y="116585"/>
                </a:lnTo>
                <a:lnTo>
                  <a:pt x="598023" y="116415"/>
                </a:lnTo>
                <a:lnTo>
                  <a:pt x="592052" y="107695"/>
                </a:lnTo>
                <a:close/>
              </a:path>
              <a:path w="607060" h="264795">
                <a:moveTo>
                  <a:pt x="543725" y="87375"/>
                </a:moveTo>
                <a:lnTo>
                  <a:pt x="502511" y="101298"/>
                </a:lnTo>
                <a:lnTo>
                  <a:pt x="486956" y="120014"/>
                </a:lnTo>
                <a:lnTo>
                  <a:pt x="506052" y="120014"/>
                </a:lnTo>
                <a:lnTo>
                  <a:pt x="507657" y="118237"/>
                </a:lnTo>
                <a:lnTo>
                  <a:pt x="513118" y="114172"/>
                </a:lnTo>
                <a:lnTo>
                  <a:pt x="519087" y="111632"/>
                </a:lnTo>
                <a:lnTo>
                  <a:pt x="525056" y="108965"/>
                </a:lnTo>
                <a:lnTo>
                  <a:pt x="531279" y="107695"/>
                </a:lnTo>
                <a:lnTo>
                  <a:pt x="592052" y="107695"/>
                </a:lnTo>
                <a:lnTo>
                  <a:pt x="591096" y="106299"/>
                </a:lnTo>
                <a:lnTo>
                  <a:pt x="582194" y="98038"/>
                </a:lnTo>
                <a:lnTo>
                  <a:pt x="571315" y="92122"/>
                </a:lnTo>
                <a:lnTo>
                  <a:pt x="558484" y="88564"/>
                </a:lnTo>
                <a:lnTo>
                  <a:pt x="543725" y="87375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76298" y="4916932"/>
            <a:ext cx="382905" cy="273050"/>
          </a:xfrm>
          <a:custGeom>
            <a:avLst/>
            <a:gdLst/>
            <a:ahLst/>
            <a:cxnLst/>
            <a:rect l="l" t="t" r="r" b="b"/>
            <a:pathLst>
              <a:path w="382905" h="273050">
                <a:moveTo>
                  <a:pt x="47395" y="240284"/>
                </a:moveTo>
                <a:lnTo>
                  <a:pt x="25018" y="240284"/>
                </a:lnTo>
                <a:lnTo>
                  <a:pt x="30737" y="247788"/>
                </a:lnTo>
                <a:lnTo>
                  <a:pt x="69992" y="270716"/>
                </a:lnTo>
                <a:lnTo>
                  <a:pt x="79362" y="272367"/>
                </a:lnTo>
                <a:lnTo>
                  <a:pt x="80428" y="272367"/>
                </a:lnTo>
                <a:lnTo>
                  <a:pt x="87756" y="272796"/>
                </a:lnTo>
                <a:lnTo>
                  <a:pt x="130790" y="262274"/>
                </a:lnTo>
                <a:lnTo>
                  <a:pt x="145239" y="252095"/>
                </a:lnTo>
                <a:lnTo>
                  <a:pt x="85343" y="252095"/>
                </a:lnTo>
                <a:lnTo>
                  <a:pt x="78533" y="251763"/>
                </a:lnTo>
                <a:lnTo>
                  <a:pt x="72009" y="250777"/>
                </a:lnTo>
                <a:lnTo>
                  <a:pt x="65770" y="249148"/>
                </a:lnTo>
                <a:lnTo>
                  <a:pt x="59816" y="246888"/>
                </a:lnTo>
                <a:lnTo>
                  <a:pt x="51943" y="243459"/>
                </a:lnTo>
                <a:lnTo>
                  <a:pt x="47395" y="240284"/>
                </a:lnTo>
                <a:close/>
              </a:path>
              <a:path w="382905" h="273050">
                <a:moveTo>
                  <a:pt x="24383" y="0"/>
                </a:moveTo>
                <a:lnTo>
                  <a:pt x="0" y="0"/>
                </a:lnTo>
                <a:lnTo>
                  <a:pt x="0" y="268351"/>
                </a:lnTo>
                <a:lnTo>
                  <a:pt x="24383" y="268351"/>
                </a:lnTo>
                <a:lnTo>
                  <a:pt x="24383" y="240284"/>
                </a:lnTo>
                <a:lnTo>
                  <a:pt x="47395" y="240284"/>
                </a:lnTo>
                <a:lnTo>
                  <a:pt x="24122" y="205599"/>
                </a:lnTo>
                <a:lnTo>
                  <a:pt x="21335" y="185293"/>
                </a:lnTo>
                <a:lnTo>
                  <a:pt x="21638" y="178510"/>
                </a:lnTo>
                <a:lnTo>
                  <a:pt x="21645" y="178343"/>
                </a:lnTo>
                <a:lnTo>
                  <a:pt x="22534" y="171894"/>
                </a:lnTo>
                <a:lnTo>
                  <a:pt x="22574" y="171608"/>
                </a:lnTo>
                <a:lnTo>
                  <a:pt x="24036" y="165469"/>
                </a:lnTo>
                <a:lnTo>
                  <a:pt x="45212" y="131572"/>
                </a:lnTo>
                <a:lnTo>
                  <a:pt x="46097" y="130937"/>
                </a:lnTo>
                <a:lnTo>
                  <a:pt x="24383" y="130937"/>
                </a:lnTo>
                <a:lnTo>
                  <a:pt x="24383" y="0"/>
                </a:lnTo>
                <a:close/>
              </a:path>
              <a:path w="382905" h="273050">
                <a:moveTo>
                  <a:pt x="144833" y="118237"/>
                </a:moveTo>
                <a:lnTo>
                  <a:pt x="85343" y="118237"/>
                </a:lnTo>
                <a:lnTo>
                  <a:pt x="92583" y="118570"/>
                </a:lnTo>
                <a:lnTo>
                  <a:pt x="99441" y="119570"/>
                </a:lnTo>
                <a:lnTo>
                  <a:pt x="136906" y="144018"/>
                </a:lnTo>
                <a:lnTo>
                  <a:pt x="146976" y="171608"/>
                </a:lnTo>
                <a:lnTo>
                  <a:pt x="147034" y="171894"/>
                </a:lnTo>
                <a:lnTo>
                  <a:pt x="147800" y="178343"/>
                </a:lnTo>
                <a:lnTo>
                  <a:pt x="147820" y="178510"/>
                </a:lnTo>
                <a:lnTo>
                  <a:pt x="148081" y="185293"/>
                </a:lnTo>
                <a:lnTo>
                  <a:pt x="147820" y="192149"/>
                </a:lnTo>
                <a:lnTo>
                  <a:pt x="126364" y="238760"/>
                </a:lnTo>
                <a:lnTo>
                  <a:pt x="85343" y="252095"/>
                </a:lnTo>
                <a:lnTo>
                  <a:pt x="145239" y="252095"/>
                </a:lnTo>
                <a:lnTo>
                  <a:pt x="167401" y="219964"/>
                </a:lnTo>
                <a:lnTo>
                  <a:pt x="167512" y="219710"/>
                </a:lnTo>
                <a:lnTo>
                  <a:pt x="173735" y="185293"/>
                </a:lnTo>
                <a:lnTo>
                  <a:pt x="173449" y="178510"/>
                </a:lnTo>
                <a:lnTo>
                  <a:pt x="167598" y="151130"/>
                </a:lnTo>
                <a:lnTo>
                  <a:pt x="167512" y="150876"/>
                </a:lnTo>
                <a:lnTo>
                  <a:pt x="164080" y="143138"/>
                </a:lnTo>
                <a:lnTo>
                  <a:pt x="160051" y="135937"/>
                </a:lnTo>
                <a:lnTo>
                  <a:pt x="155404" y="129284"/>
                </a:lnTo>
                <a:lnTo>
                  <a:pt x="150224" y="123317"/>
                </a:lnTo>
                <a:lnTo>
                  <a:pt x="144833" y="118237"/>
                </a:lnTo>
                <a:close/>
              </a:path>
              <a:path w="382905" h="273050">
                <a:moveTo>
                  <a:pt x="87756" y="97917"/>
                </a:moveTo>
                <a:lnTo>
                  <a:pt x="44557" y="110970"/>
                </a:lnTo>
                <a:lnTo>
                  <a:pt x="25018" y="130937"/>
                </a:lnTo>
                <a:lnTo>
                  <a:pt x="46097" y="130937"/>
                </a:lnTo>
                <a:lnTo>
                  <a:pt x="51943" y="126746"/>
                </a:lnTo>
                <a:lnTo>
                  <a:pt x="59816" y="123317"/>
                </a:lnTo>
                <a:lnTo>
                  <a:pt x="65478" y="121237"/>
                </a:lnTo>
                <a:lnTo>
                  <a:pt x="65350" y="121237"/>
                </a:lnTo>
                <a:lnTo>
                  <a:pt x="71884" y="119570"/>
                </a:lnTo>
                <a:lnTo>
                  <a:pt x="78506" y="118570"/>
                </a:lnTo>
                <a:lnTo>
                  <a:pt x="85343" y="118237"/>
                </a:lnTo>
                <a:lnTo>
                  <a:pt x="144833" y="118237"/>
                </a:lnTo>
                <a:lnTo>
                  <a:pt x="144228" y="117669"/>
                </a:lnTo>
                <a:lnTo>
                  <a:pt x="106425" y="99631"/>
                </a:lnTo>
                <a:lnTo>
                  <a:pt x="98003" y="98440"/>
                </a:lnTo>
                <a:lnTo>
                  <a:pt x="99456" y="98440"/>
                </a:lnTo>
                <a:lnTo>
                  <a:pt x="87756" y="97917"/>
                </a:lnTo>
                <a:close/>
              </a:path>
              <a:path w="382905" h="273050">
                <a:moveTo>
                  <a:pt x="302768" y="97917"/>
                </a:moveTo>
                <a:lnTo>
                  <a:pt x="262348" y="108164"/>
                </a:lnTo>
                <a:lnTo>
                  <a:pt x="232965" y="135604"/>
                </a:lnTo>
                <a:lnTo>
                  <a:pt x="219459" y="176051"/>
                </a:lnTo>
                <a:lnTo>
                  <a:pt x="219075" y="185293"/>
                </a:lnTo>
                <a:lnTo>
                  <a:pt x="219264" y="189611"/>
                </a:lnTo>
                <a:lnTo>
                  <a:pt x="219358" y="191770"/>
                </a:lnTo>
                <a:lnTo>
                  <a:pt x="219479" y="194534"/>
                </a:lnTo>
                <a:lnTo>
                  <a:pt x="233267" y="235045"/>
                </a:lnTo>
                <a:lnTo>
                  <a:pt x="263122" y="262548"/>
                </a:lnTo>
                <a:lnTo>
                  <a:pt x="304926" y="272796"/>
                </a:lnTo>
                <a:lnTo>
                  <a:pt x="313161" y="272371"/>
                </a:lnTo>
                <a:lnTo>
                  <a:pt x="314436" y="272371"/>
                </a:lnTo>
                <a:lnTo>
                  <a:pt x="352190" y="259724"/>
                </a:lnTo>
                <a:lnTo>
                  <a:pt x="362290" y="252095"/>
                </a:lnTo>
                <a:lnTo>
                  <a:pt x="296418" y="252095"/>
                </a:lnTo>
                <a:lnTo>
                  <a:pt x="288544" y="250444"/>
                </a:lnTo>
                <a:lnTo>
                  <a:pt x="281177" y="247269"/>
                </a:lnTo>
                <a:lnTo>
                  <a:pt x="273812" y="243967"/>
                </a:lnTo>
                <a:lnTo>
                  <a:pt x="267462" y="239649"/>
                </a:lnTo>
                <a:lnTo>
                  <a:pt x="262000" y="234188"/>
                </a:lnTo>
                <a:lnTo>
                  <a:pt x="256412" y="228854"/>
                </a:lnTo>
                <a:lnTo>
                  <a:pt x="252221" y="222377"/>
                </a:lnTo>
                <a:lnTo>
                  <a:pt x="249174" y="215138"/>
                </a:lnTo>
                <a:lnTo>
                  <a:pt x="245999" y="207772"/>
                </a:lnTo>
                <a:lnTo>
                  <a:pt x="244475" y="200025"/>
                </a:lnTo>
                <a:lnTo>
                  <a:pt x="244306" y="194534"/>
                </a:lnTo>
                <a:lnTo>
                  <a:pt x="244220" y="191770"/>
                </a:lnTo>
                <a:lnTo>
                  <a:pt x="382015" y="191770"/>
                </a:lnTo>
                <a:lnTo>
                  <a:pt x="382269" y="189611"/>
                </a:lnTo>
                <a:lnTo>
                  <a:pt x="382396" y="180340"/>
                </a:lnTo>
                <a:lnTo>
                  <a:pt x="382084" y="172466"/>
                </a:lnTo>
                <a:lnTo>
                  <a:pt x="244475" y="172466"/>
                </a:lnTo>
                <a:lnTo>
                  <a:pt x="244859" y="167179"/>
                </a:lnTo>
                <a:lnTo>
                  <a:pt x="267588" y="129667"/>
                </a:lnTo>
                <a:lnTo>
                  <a:pt x="294639" y="118237"/>
                </a:lnTo>
                <a:lnTo>
                  <a:pt x="358011" y="118237"/>
                </a:lnTo>
                <a:lnTo>
                  <a:pt x="356814" y="117040"/>
                </a:lnTo>
                <a:lnTo>
                  <a:pt x="321230" y="99599"/>
                </a:lnTo>
                <a:lnTo>
                  <a:pt x="312291" y="98341"/>
                </a:lnTo>
                <a:lnTo>
                  <a:pt x="302768" y="97917"/>
                </a:lnTo>
                <a:close/>
              </a:path>
              <a:path w="382905" h="273050">
                <a:moveTo>
                  <a:pt x="358266" y="223266"/>
                </a:moveTo>
                <a:lnTo>
                  <a:pt x="322468" y="249904"/>
                </a:lnTo>
                <a:lnTo>
                  <a:pt x="304926" y="252095"/>
                </a:lnTo>
                <a:lnTo>
                  <a:pt x="362290" y="252095"/>
                </a:lnTo>
                <a:lnTo>
                  <a:pt x="368661" y="246235"/>
                </a:lnTo>
                <a:lnTo>
                  <a:pt x="376300" y="237490"/>
                </a:lnTo>
                <a:lnTo>
                  <a:pt x="358266" y="223266"/>
                </a:lnTo>
                <a:close/>
              </a:path>
              <a:path w="382905" h="273050">
                <a:moveTo>
                  <a:pt x="358011" y="118237"/>
                </a:moveTo>
                <a:lnTo>
                  <a:pt x="302768" y="118237"/>
                </a:lnTo>
                <a:lnTo>
                  <a:pt x="315055" y="119211"/>
                </a:lnTo>
                <a:lnTo>
                  <a:pt x="325818" y="122126"/>
                </a:lnTo>
                <a:lnTo>
                  <a:pt x="353456" y="151145"/>
                </a:lnTo>
                <a:lnTo>
                  <a:pt x="357700" y="171983"/>
                </a:lnTo>
                <a:lnTo>
                  <a:pt x="357758" y="172466"/>
                </a:lnTo>
                <a:lnTo>
                  <a:pt x="382084" y="172466"/>
                </a:lnTo>
                <a:lnTo>
                  <a:pt x="382065" y="171983"/>
                </a:lnTo>
                <a:lnTo>
                  <a:pt x="370824" y="134429"/>
                </a:lnTo>
                <a:lnTo>
                  <a:pt x="362076" y="122301"/>
                </a:lnTo>
                <a:lnTo>
                  <a:pt x="358011" y="118237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13635" y="4916932"/>
            <a:ext cx="1123188" cy="35369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677030" y="4972303"/>
            <a:ext cx="314960" cy="217804"/>
          </a:xfrm>
          <a:custGeom>
            <a:avLst/>
            <a:gdLst/>
            <a:ahLst/>
            <a:cxnLst/>
            <a:rect l="l" t="t" r="r" b="b"/>
            <a:pathLst>
              <a:path w="314960" h="217804">
                <a:moveTo>
                  <a:pt x="58547" y="67056"/>
                </a:moveTo>
                <a:lnTo>
                  <a:pt x="34417" y="67056"/>
                </a:lnTo>
                <a:lnTo>
                  <a:pt x="34417" y="179959"/>
                </a:lnTo>
                <a:lnTo>
                  <a:pt x="57912" y="212217"/>
                </a:lnTo>
                <a:lnTo>
                  <a:pt x="72644" y="215138"/>
                </a:lnTo>
                <a:lnTo>
                  <a:pt x="82550" y="215138"/>
                </a:lnTo>
                <a:lnTo>
                  <a:pt x="87630" y="214757"/>
                </a:lnTo>
                <a:lnTo>
                  <a:pt x="92202" y="213868"/>
                </a:lnTo>
                <a:lnTo>
                  <a:pt x="96774" y="213106"/>
                </a:lnTo>
                <a:lnTo>
                  <a:pt x="101219" y="211836"/>
                </a:lnTo>
                <a:lnTo>
                  <a:pt x="105410" y="210312"/>
                </a:lnTo>
                <a:lnTo>
                  <a:pt x="104657" y="194691"/>
                </a:lnTo>
                <a:lnTo>
                  <a:pt x="79883" y="194691"/>
                </a:lnTo>
                <a:lnTo>
                  <a:pt x="76581" y="194183"/>
                </a:lnTo>
                <a:lnTo>
                  <a:pt x="73533" y="193294"/>
                </a:lnTo>
                <a:lnTo>
                  <a:pt x="70485" y="192532"/>
                </a:lnTo>
                <a:lnTo>
                  <a:pt x="67818" y="190881"/>
                </a:lnTo>
                <a:lnTo>
                  <a:pt x="58608" y="170688"/>
                </a:lnTo>
                <a:lnTo>
                  <a:pt x="58547" y="67056"/>
                </a:lnTo>
                <a:close/>
              </a:path>
              <a:path w="314960" h="217804">
                <a:moveTo>
                  <a:pt x="104394" y="189230"/>
                </a:moveTo>
                <a:lnTo>
                  <a:pt x="101092" y="190881"/>
                </a:lnTo>
                <a:lnTo>
                  <a:pt x="97663" y="192151"/>
                </a:lnTo>
                <a:lnTo>
                  <a:pt x="90170" y="194183"/>
                </a:lnTo>
                <a:lnTo>
                  <a:pt x="86741" y="194691"/>
                </a:lnTo>
                <a:lnTo>
                  <a:pt x="104657" y="194691"/>
                </a:lnTo>
                <a:lnTo>
                  <a:pt x="104534" y="192151"/>
                </a:lnTo>
                <a:lnTo>
                  <a:pt x="104473" y="190881"/>
                </a:lnTo>
                <a:lnTo>
                  <a:pt x="104394" y="189230"/>
                </a:lnTo>
                <a:close/>
              </a:path>
              <a:path w="314960" h="217804">
                <a:moveTo>
                  <a:pt x="105410" y="46990"/>
                </a:moveTo>
                <a:lnTo>
                  <a:pt x="0" y="46990"/>
                </a:lnTo>
                <a:lnTo>
                  <a:pt x="0" y="67056"/>
                </a:lnTo>
                <a:lnTo>
                  <a:pt x="105410" y="67056"/>
                </a:lnTo>
                <a:lnTo>
                  <a:pt x="105410" y="46990"/>
                </a:lnTo>
                <a:close/>
              </a:path>
              <a:path w="314960" h="217804">
                <a:moveTo>
                  <a:pt x="58547" y="0"/>
                </a:moveTo>
                <a:lnTo>
                  <a:pt x="34417" y="0"/>
                </a:lnTo>
                <a:lnTo>
                  <a:pt x="34417" y="46990"/>
                </a:lnTo>
                <a:lnTo>
                  <a:pt x="58547" y="46990"/>
                </a:lnTo>
                <a:lnTo>
                  <a:pt x="58547" y="0"/>
                </a:lnTo>
                <a:close/>
              </a:path>
              <a:path w="314960" h="217804">
                <a:moveTo>
                  <a:pt x="225806" y="42545"/>
                </a:moveTo>
                <a:lnTo>
                  <a:pt x="182413" y="52792"/>
                </a:lnTo>
                <a:lnTo>
                  <a:pt x="151701" y="80232"/>
                </a:lnTo>
                <a:lnTo>
                  <a:pt x="137818" y="120679"/>
                </a:lnTo>
                <a:lnTo>
                  <a:pt x="137414" y="129921"/>
                </a:lnTo>
                <a:lnTo>
                  <a:pt x="137714" y="136777"/>
                </a:lnTo>
                <a:lnTo>
                  <a:pt x="137818" y="139162"/>
                </a:lnTo>
                <a:lnTo>
                  <a:pt x="151701" y="179673"/>
                </a:lnTo>
                <a:lnTo>
                  <a:pt x="182413" y="207176"/>
                </a:lnTo>
                <a:lnTo>
                  <a:pt x="225806" y="217424"/>
                </a:lnTo>
                <a:lnTo>
                  <a:pt x="235331" y="216999"/>
                </a:lnTo>
                <a:lnTo>
                  <a:pt x="276844" y="202914"/>
                </a:lnTo>
                <a:lnTo>
                  <a:pt x="285025" y="196723"/>
                </a:lnTo>
                <a:lnTo>
                  <a:pt x="225806" y="196723"/>
                </a:lnTo>
                <a:lnTo>
                  <a:pt x="218737" y="196391"/>
                </a:lnTo>
                <a:lnTo>
                  <a:pt x="179959" y="177292"/>
                </a:lnTo>
                <a:lnTo>
                  <a:pt x="174498" y="171323"/>
                </a:lnTo>
                <a:lnTo>
                  <a:pt x="162814" y="129921"/>
                </a:lnTo>
                <a:lnTo>
                  <a:pt x="163097" y="123138"/>
                </a:lnTo>
                <a:lnTo>
                  <a:pt x="185420" y="76454"/>
                </a:lnTo>
                <a:lnTo>
                  <a:pt x="225806" y="62865"/>
                </a:lnTo>
                <a:lnTo>
                  <a:pt x="284602" y="62865"/>
                </a:lnTo>
                <a:lnTo>
                  <a:pt x="283569" y="61936"/>
                </a:lnTo>
                <a:lnTo>
                  <a:pt x="244475" y="44227"/>
                </a:lnTo>
                <a:lnTo>
                  <a:pt x="235331" y="42969"/>
                </a:lnTo>
                <a:lnTo>
                  <a:pt x="225806" y="42545"/>
                </a:lnTo>
                <a:close/>
              </a:path>
              <a:path w="314960" h="217804">
                <a:moveTo>
                  <a:pt x="284602" y="62865"/>
                </a:moveTo>
                <a:lnTo>
                  <a:pt x="225806" y="62865"/>
                </a:lnTo>
                <a:lnTo>
                  <a:pt x="232878" y="63198"/>
                </a:lnTo>
                <a:lnTo>
                  <a:pt x="239617" y="64198"/>
                </a:lnTo>
                <a:lnTo>
                  <a:pt x="277368" y="88646"/>
                </a:lnTo>
                <a:lnTo>
                  <a:pt x="288925" y="129921"/>
                </a:lnTo>
                <a:lnTo>
                  <a:pt x="288641" y="136777"/>
                </a:lnTo>
                <a:lnTo>
                  <a:pt x="271907" y="177292"/>
                </a:lnTo>
                <a:lnTo>
                  <a:pt x="266446" y="183388"/>
                </a:lnTo>
                <a:lnTo>
                  <a:pt x="225806" y="196723"/>
                </a:lnTo>
                <a:lnTo>
                  <a:pt x="285025" y="196723"/>
                </a:lnTo>
                <a:lnTo>
                  <a:pt x="307975" y="164719"/>
                </a:lnTo>
                <a:lnTo>
                  <a:pt x="314579" y="129921"/>
                </a:lnTo>
                <a:lnTo>
                  <a:pt x="314280" y="123138"/>
                </a:lnTo>
                <a:lnTo>
                  <a:pt x="300164" y="80232"/>
                </a:lnTo>
                <a:lnTo>
                  <a:pt x="289687" y="67437"/>
                </a:lnTo>
                <a:lnTo>
                  <a:pt x="284602" y="62865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34218" y="4916932"/>
            <a:ext cx="1275727" cy="27279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23991" y="4912614"/>
            <a:ext cx="1326641" cy="27711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55447" y="2772613"/>
            <a:ext cx="335915" cy="3180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2.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3.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4.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sz="2800" spc="-25" dirty="0">
                <a:solidFill>
                  <a:srgbClr val="8FA2A2"/>
                </a:solidFill>
                <a:latin typeface="Tahoma"/>
                <a:cs typeface="Tahoma"/>
              </a:rPr>
              <a:t>5.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03210" y="5595353"/>
            <a:ext cx="4846739" cy="279158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DBD37924-8488-467A-66B6-14D5144C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19E3F-9231-40B5-B701-7E5ACBB507D3}" type="datetime1">
              <a:rPr lang="en-US" smtClean="0"/>
              <a:t>12/31/2025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ABC143B-AC2F-60F1-99D1-31A033EF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2E0EE39-1EB9-8741-E3ED-CAA43E82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Lambda</a:t>
            </a:r>
            <a:r>
              <a:rPr spc="-204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0" y="2133600"/>
            <a:ext cx="2361565" cy="189865"/>
          </a:xfrm>
          <a:custGeom>
            <a:avLst/>
            <a:gdLst/>
            <a:ahLst/>
            <a:cxnLst/>
            <a:rect l="l" t="t" r="r" b="b"/>
            <a:pathLst>
              <a:path w="2361565" h="189864">
                <a:moveTo>
                  <a:pt x="95758" y="4699"/>
                </a:moveTo>
                <a:lnTo>
                  <a:pt x="77850" y="4699"/>
                </a:lnTo>
                <a:lnTo>
                  <a:pt x="0" y="184785"/>
                </a:lnTo>
                <a:lnTo>
                  <a:pt x="20066" y="184785"/>
                </a:lnTo>
                <a:lnTo>
                  <a:pt x="39750" y="137541"/>
                </a:lnTo>
                <a:lnTo>
                  <a:pt x="152810" y="137541"/>
                </a:lnTo>
                <a:lnTo>
                  <a:pt x="145610" y="120777"/>
                </a:lnTo>
                <a:lnTo>
                  <a:pt x="46609" y="120777"/>
                </a:lnTo>
                <a:lnTo>
                  <a:pt x="86360" y="25018"/>
                </a:lnTo>
                <a:lnTo>
                  <a:pt x="104484" y="25018"/>
                </a:lnTo>
                <a:lnTo>
                  <a:pt x="95758" y="4699"/>
                </a:lnTo>
                <a:close/>
              </a:path>
              <a:path w="2361565" h="189864">
                <a:moveTo>
                  <a:pt x="152810" y="137541"/>
                </a:moveTo>
                <a:lnTo>
                  <a:pt x="132969" y="137541"/>
                </a:lnTo>
                <a:lnTo>
                  <a:pt x="152654" y="184785"/>
                </a:lnTo>
                <a:lnTo>
                  <a:pt x="173100" y="184785"/>
                </a:lnTo>
                <a:lnTo>
                  <a:pt x="152810" y="137541"/>
                </a:lnTo>
                <a:close/>
              </a:path>
              <a:path w="2361565" h="189864">
                <a:moveTo>
                  <a:pt x="104484" y="25018"/>
                </a:moveTo>
                <a:lnTo>
                  <a:pt x="86360" y="25018"/>
                </a:lnTo>
                <a:lnTo>
                  <a:pt x="125984" y="120777"/>
                </a:lnTo>
                <a:lnTo>
                  <a:pt x="145610" y="120777"/>
                </a:lnTo>
                <a:lnTo>
                  <a:pt x="104484" y="25018"/>
                </a:lnTo>
                <a:close/>
              </a:path>
              <a:path w="2361565" h="189864">
                <a:moveTo>
                  <a:pt x="338327" y="151003"/>
                </a:moveTo>
                <a:lnTo>
                  <a:pt x="322408" y="162813"/>
                </a:lnTo>
                <a:lnTo>
                  <a:pt x="322670" y="162813"/>
                </a:lnTo>
                <a:lnTo>
                  <a:pt x="325755" y="167131"/>
                </a:lnTo>
                <a:lnTo>
                  <a:pt x="329564" y="171069"/>
                </a:lnTo>
                <a:lnTo>
                  <a:pt x="338074" y="177800"/>
                </a:lnTo>
                <a:lnTo>
                  <a:pt x="342646" y="180594"/>
                </a:lnTo>
                <a:lnTo>
                  <a:pt x="347472" y="182753"/>
                </a:lnTo>
                <a:lnTo>
                  <a:pt x="352425" y="185038"/>
                </a:lnTo>
                <a:lnTo>
                  <a:pt x="357632" y="186690"/>
                </a:lnTo>
                <a:lnTo>
                  <a:pt x="363093" y="187706"/>
                </a:lnTo>
                <a:lnTo>
                  <a:pt x="368554" y="188849"/>
                </a:lnTo>
                <a:lnTo>
                  <a:pt x="374014" y="189484"/>
                </a:lnTo>
                <a:lnTo>
                  <a:pt x="386461" y="189484"/>
                </a:lnTo>
                <a:lnTo>
                  <a:pt x="393573" y="188468"/>
                </a:lnTo>
                <a:lnTo>
                  <a:pt x="407670" y="184404"/>
                </a:lnTo>
                <a:lnTo>
                  <a:pt x="413893" y="181229"/>
                </a:lnTo>
                <a:lnTo>
                  <a:pt x="423787" y="173609"/>
                </a:lnTo>
                <a:lnTo>
                  <a:pt x="379602" y="173609"/>
                </a:lnTo>
                <a:lnTo>
                  <a:pt x="372695" y="173204"/>
                </a:lnTo>
                <a:lnTo>
                  <a:pt x="342264" y="157480"/>
                </a:lnTo>
                <a:lnTo>
                  <a:pt x="338327" y="151003"/>
                </a:lnTo>
                <a:close/>
              </a:path>
              <a:path w="2361565" h="189864">
                <a:moveTo>
                  <a:pt x="384683" y="0"/>
                </a:moveTo>
                <a:lnTo>
                  <a:pt x="378079" y="0"/>
                </a:lnTo>
                <a:lnTo>
                  <a:pt x="371348" y="1016"/>
                </a:lnTo>
                <a:lnTo>
                  <a:pt x="335914" y="21081"/>
                </a:lnTo>
                <a:lnTo>
                  <a:pt x="327151" y="41021"/>
                </a:lnTo>
                <a:lnTo>
                  <a:pt x="327151" y="57912"/>
                </a:lnTo>
                <a:lnTo>
                  <a:pt x="352171" y="91312"/>
                </a:lnTo>
                <a:lnTo>
                  <a:pt x="375538" y="100075"/>
                </a:lnTo>
                <a:lnTo>
                  <a:pt x="386842" y="103886"/>
                </a:lnTo>
                <a:lnTo>
                  <a:pt x="392049" y="105791"/>
                </a:lnTo>
                <a:lnTo>
                  <a:pt x="397383" y="107568"/>
                </a:lnTo>
                <a:lnTo>
                  <a:pt x="401955" y="109981"/>
                </a:lnTo>
                <a:lnTo>
                  <a:pt x="419608" y="132587"/>
                </a:lnTo>
                <a:lnTo>
                  <a:pt x="419608" y="144525"/>
                </a:lnTo>
                <a:lnTo>
                  <a:pt x="393573" y="171450"/>
                </a:lnTo>
                <a:lnTo>
                  <a:pt x="388874" y="172974"/>
                </a:lnTo>
                <a:lnTo>
                  <a:pt x="384175" y="173609"/>
                </a:lnTo>
                <a:lnTo>
                  <a:pt x="423787" y="173609"/>
                </a:lnTo>
                <a:lnTo>
                  <a:pt x="438150" y="146558"/>
                </a:lnTo>
                <a:lnTo>
                  <a:pt x="438150" y="128524"/>
                </a:lnTo>
                <a:lnTo>
                  <a:pt x="415671" y="96900"/>
                </a:lnTo>
                <a:lnTo>
                  <a:pt x="379602" y="83185"/>
                </a:lnTo>
                <a:lnTo>
                  <a:pt x="374776" y="81534"/>
                </a:lnTo>
                <a:lnTo>
                  <a:pt x="370077" y="79756"/>
                </a:lnTo>
                <a:lnTo>
                  <a:pt x="365379" y="78105"/>
                </a:lnTo>
                <a:lnTo>
                  <a:pt x="361188" y="75946"/>
                </a:lnTo>
                <a:lnTo>
                  <a:pt x="357632" y="73279"/>
                </a:lnTo>
                <a:lnTo>
                  <a:pt x="353949" y="70612"/>
                </a:lnTo>
                <a:lnTo>
                  <a:pt x="351027" y="67437"/>
                </a:lnTo>
                <a:lnTo>
                  <a:pt x="348869" y="63627"/>
                </a:lnTo>
                <a:lnTo>
                  <a:pt x="346583" y="59943"/>
                </a:lnTo>
                <a:lnTo>
                  <a:pt x="345567" y="55244"/>
                </a:lnTo>
                <a:lnTo>
                  <a:pt x="345567" y="43687"/>
                </a:lnTo>
                <a:lnTo>
                  <a:pt x="346710" y="38735"/>
                </a:lnTo>
                <a:lnTo>
                  <a:pt x="351282" y="30099"/>
                </a:lnTo>
                <a:lnTo>
                  <a:pt x="354202" y="26669"/>
                </a:lnTo>
                <a:lnTo>
                  <a:pt x="358013" y="23875"/>
                </a:lnTo>
                <a:lnTo>
                  <a:pt x="361696" y="21081"/>
                </a:lnTo>
                <a:lnTo>
                  <a:pt x="365887" y="19050"/>
                </a:lnTo>
                <a:lnTo>
                  <a:pt x="375031" y="16256"/>
                </a:lnTo>
                <a:lnTo>
                  <a:pt x="379602" y="15621"/>
                </a:lnTo>
                <a:lnTo>
                  <a:pt x="430669" y="15621"/>
                </a:lnTo>
                <a:lnTo>
                  <a:pt x="424561" y="10922"/>
                </a:lnTo>
                <a:lnTo>
                  <a:pt x="416051" y="6604"/>
                </a:lnTo>
                <a:lnTo>
                  <a:pt x="409239" y="3750"/>
                </a:lnTo>
                <a:lnTo>
                  <a:pt x="401748" y="1682"/>
                </a:lnTo>
                <a:lnTo>
                  <a:pt x="393567" y="424"/>
                </a:lnTo>
                <a:lnTo>
                  <a:pt x="384683" y="0"/>
                </a:lnTo>
                <a:close/>
              </a:path>
              <a:path w="2361565" h="189864">
                <a:moveTo>
                  <a:pt x="430669" y="15621"/>
                </a:moveTo>
                <a:lnTo>
                  <a:pt x="392557" y="15621"/>
                </a:lnTo>
                <a:lnTo>
                  <a:pt x="399923" y="17272"/>
                </a:lnTo>
                <a:lnTo>
                  <a:pt x="406019" y="20574"/>
                </a:lnTo>
                <a:lnTo>
                  <a:pt x="412242" y="23875"/>
                </a:lnTo>
                <a:lnTo>
                  <a:pt x="417195" y="28193"/>
                </a:lnTo>
                <a:lnTo>
                  <a:pt x="421132" y="33655"/>
                </a:lnTo>
                <a:lnTo>
                  <a:pt x="435610" y="21971"/>
                </a:lnTo>
                <a:lnTo>
                  <a:pt x="431164" y="16002"/>
                </a:lnTo>
                <a:lnTo>
                  <a:pt x="430669" y="15621"/>
                </a:lnTo>
                <a:close/>
              </a:path>
              <a:path w="2361565" h="189864">
                <a:moveTo>
                  <a:pt x="533526" y="4699"/>
                </a:moveTo>
                <a:lnTo>
                  <a:pt x="515238" y="4699"/>
                </a:lnTo>
                <a:lnTo>
                  <a:pt x="515238" y="184785"/>
                </a:lnTo>
                <a:lnTo>
                  <a:pt x="533526" y="184785"/>
                </a:lnTo>
                <a:lnTo>
                  <a:pt x="533526" y="4699"/>
                </a:lnTo>
                <a:close/>
              </a:path>
              <a:path w="2361565" h="189864">
                <a:moveTo>
                  <a:pt x="641731" y="4699"/>
                </a:moveTo>
                <a:lnTo>
                  <a:pt x="618871" y="4699"/>
                </a:lnTo>
                <a:lnTo>
                  <a:pt x="618871" y="184785"/>
                </a:lnTo>
                <a:lnTo>
                  <a:pt x="637159" y="184785"/>
                </a:lnTo>
                <a:lnTo>
                  <a:pt x="637159" y="29844"/>
                </a:lnTo>
                <a:lnTo>
                  <a:pt x="658925" y="29844"/>
                </a:lnTo>
                <a:lnTo>
                  <a:pt x="641731" y="4699"/>
                </a:lnTo>
                <a:close/>
              </a:path>
              <a:path w="2361565" h="189864">
                <a:moveTo>
                  <a:pt x="658925" y="29844"/>
                </a:moveTo>
                <a:lnTo>
                  <a:pt x="637667" y="29844"/>
                </a:lnTo>
                <a:lnTo>
                  <a:pt x="742442" y="184785"/>
                </a:lnTo>
                <a:lnTo>
                  <a:pt x="765429" y="184785"/>
                </a:lnTo>
                <a:lnTo>
                  <a:pt x="765429" y="158115"/>
                </a:lnTo>
                <a:lnTo>
                  <a:pt x="746633" y="158115"/>
                </a:lnTo>
                <a:lnTo>
                  <a:pt x="658925" y="29844"/>
                </a:lnTo>
                <a:close/>
              </a:path>
              <a:path w="2361565" h="189864">
                <a:moveTo>
                  <a:pt x="765429" y="4699"/>
                </a:moveTo>
                <a:lnTo>
                  <a:pt x="747141" y="4699"/>
                </a:lnTo>
                <a:lnTo>
                  <a:pt x="747141" y="158115"/>
                </a:lnTo>
                <a:lnTo>
                  <a:pt x="765429" y="158115"/>
                </a:lnTo>
                <a:lnTo>
                  <a:pt x="765429" y="4699"/>
                </a:lnTo>
                <a:close/>
              </a:path>
              <a:path w="2361565" h="189864">
                <a:moveTo>
                  <a:pt x="936117" y="0"/>
                </a:moveTo>
                <a:lnTo>
                  <a:pt x="890617" y="11118"/>
                </a:lnTo>
                <a:lnTo>
                  <a:pt x="857837" y="40767"/>
                </a:lnTo>
                <a:lnTo>
                  <a:pt x="842821" y="84649"/>
                </a:lnTo>
                <a:lnTo>
                  <a:pt x="842391" y="94742"/>
                </a:lnTo>
                <a:lnTo>
                  <a:pt x="842722" y="102550"/>
                </a:lnTo>
                <a:lnTo>
                  <a:pt x="842819" y="104836"/>
                </a:lnTo>
                <a:lnTo>
                  <a:pt x="857631" y="148780"/>
                </a:lnTo>
                <a:lnTo>
                  <a:pt x="890164" y="178365"/>
                </a:lnTo>
                <a:lnTo>
                  <a:pt x="936117" y="189484"/>
                </a:lnTo>
                <a:lnTo>
                  <a:pt x="945261" y="189200"/>
                </a:lnTo>
                <a:lnTo>
                  <a:pt x="988060" y="179641"/>
                </a:lnTo>
                <a:lnTo>
                  <a:pt x="1001096" y="173228"/>
                </a:lnTo>
                <a:lnTo>
                  <a:pt x="936371" y="173228"/>
                </a:lnTo>
                <a:lnTo>
                  <a:pt x="927990" y="172823"/>
                </a:lnTo>
                <a:lnTo>
                  <a:pt x="886860" y="154803"/>
                </a:lnTo>
                <a:lnTo>
                  <a:pt x="864514" y="117548"/>
                </a:lnTo>
                <a:lnTo>
                  <a:pt x="861568" y="94742"/>
                </a:lnTo>
                <a:lnTo>
                  <a:pt x="861899" y="86933"/>
                </a:lnTo>
                <a:lnTo>
                  <a:pt x="877187" y="45321"/>
                </a:lnTo>
                <a:lnTo>
                  <a:pt x="912421" y="19665"/>
                </a:lnTo>
                <a:lnTo>
                  <a:pt x="936371" y="16129"/>
                </a:lnTo>
                <a:lnTo>
                  <a:pt x="991632" y="16129"/>
                </a:lnTo>
                <a:lnTo>
                  <a:pt x="988806" y="14081"/>
                </a:lnTo>
                <a:lnTo>
                  <a:pt x="947002" y="452"/>
                </a:lnTo>
                <a:lnTo>
                  <a:pt x="947853" y="452"/>
                </a:lnTo>
                <a:lnTo>
                  <a:pt x="936117" y="0"/>
                </a:lnTo>
                <a:close/>
              </a:path>
              <a:path w="2361565" h="189864">
                <a:moveTo>
                  <a:pt x="1003426" y="90678"/>
                </a:moveTo>
                <a:lnTo>
                  <a:pt x="943101" y="90678"/>
                </a:lnTo>
                <a:lnTo>
                  <a:pt x="943101" y="106680"/>
                </a:lnTo>
                <a:lnTo>
                  <a:pt x="985138" y="106680"/>
                </a:lnTo>
                <a:lnTo>
                  <a:pt x="985138" y="161544"/>
                </a:lnTo>
                <a:lnTo>
                  <a:pt x="943899" y="173015"/>
                </a:lnTo>
                <a:lnTo>
                  <a:pt x="936371" y="173228"/>
                </a:lnTo>
                <a:lnTo>
                  <a:pt x="1001096" y="173228"/>
                </a:lnTo>
                <a:lnTo>
                  <a:pt x="1003426" y="171958"/>
                </a:lnTo>
                <a:lnTo>
                  <a:pt x="1003426" y="90678"/>
                </a:lnTo>
                <a:close/>
              </a:path>
              <a:path w="2361565" h="189864">
                <a:moveTo>
                  <a:pt x="991632" y="16129"/>
                </a:moveTo>
                <a:lnTo>
                  <a:pt x="936371" y="16129"/>
                </a:lnTo>
                <a:lnTo>
                  <a:pt x="945806" y="16513"/>
                </a:lnTo>
                <a:lnTo>
                  <a:pt x="944967" y="16513"/>
                </a:lnTo>
                <a:lnTo>
                  <a:pt x="983684" y="32269"/>
                </a:lnTo>
                <a:lnTo>
                  <a:pt x="988568" y="36956"/>
                </a:lnTo>
                <a:lnTo>
                  <a:pt x="1001395" y="24256"/>
                </a:lnTo>
                <a:lnTo>
                  <a:pt x="995392" y="18853"/>
                </a:lnTo>
                <a:lnTo>
                  <a:pt x="991632" y="16129"/>
                </a:lnTo>
                <a:close/>
              </a:path>
              <a:path w="2361565" h="189864">
                <a:moveTo>
                  <a:pt x="1106551" y="4699"/>
                </a:moveTo>
                <a:lnTo>
                  <a:pt x="1088263" y="4699"/>
                </a:lnTo>
                <a:lnTo>
                  <a:pt x="1088263" y="184785"/>
                </a:lnTo>
                <a:lnTo>
                  <a:pt x="1190498" y="184785"/>
                </a:lnTo>
                <a:lnTo>
                  <a:pt x="1190498" y="168529"/>
                </a:lnTo>
                <a:lnTo>
                  <a:pt x="1106551" y="168529"/>
                </a:lnTo>
                <a:lnTo>
                  <a:pt x="1106551" y="4699"/>
                </a:lnTo>
                <a:close/>
              </a:path>
              <a:path w="2361565" h="189864">
                <a:moveTo>
                  <a:pt x="1367663" y="4699"/>
                </a:moveTo>
                <a:lnTo>
                  <a:pt x="1255902" y="4699"/>
                </a:lnTo>
                <a:lnTo>
                  <a:pt x="1255902" y="184785"/>
                </a:lnTo>
                <a:lnTo>
                  <a:pt x="1370584" y="184785"/>
                </a:lnTo>
                <a:lnTo>
                  <a:pt x="1370584" y="168529"/>
                </a:lnTo>
                <a:lnTo>
                  <a:pt x="1274191" y="168529"/>
                </a:lnTo>
                <a:lnTo>
                  <a:pt x="1274191" y="99060"/>
                </a:lnTo>
                <a:lnTo>
                  <a:pt x="1361439" y="99060"/>
                </a:lnTo>
                <a:lnTo>
                  <a:pt x="1361439" y="83058"/>
                </a:lnTo>
                <a:lnTo>
                  <a:pt x="1274191" y="83058"/>
                </a:lnTo>
                <a:lnTo>
                  <a:pt x="1274191" y="20955"/>
                </a:lnTo>
                <a:lnTo>
                  <a:pt x="1367663" y="20955"/>
                </a:lnTo>
                <a:lnTo>
                  <a:pt x="1367663" y="4699"/>
                </a:lnTo>
                <a:close/>
              </a:path>
              <a:path w="2361565" h="189864">
                <a:moveTo>
                  <a:pt x="1565275" y="4699"/>
                </a:moveTo>
                <a:lnTo>
                  <a:pt x="1546987" y="4699"/>
                </a:lnTo>
                <a:lnTo>
                  <a:pt x="1546987" y="184785"/>
                </a:lnTo>
                <a:lnTo>
                  <a:pt x="1649222" y="184785"/>
                </a:lnTo>
                <a:lnTo>
                  <a:pt x="1649222" y="168529"/>
                </a:lnTo>
                <a:lnTo>
                  <a:pt x="1565275" y="168529"/>
                </a:lnTo>
                <a:lnTo>
                  <a:pt x="1565275" y="4699"/>
                </a:lnTo>
                <a:close/>
              </a:path>
              <a:path w="2361565" h="189864">
                <a:moveTo>
                  <a:pt x="1732915" y="4699"/>
                </a:moveTo>
                <a:lnTo>
                  <a:pt x="1714627" y="4699"/>
                </a:lnTo>
                <a:lnTo>
                  <a:pt x="1714627" y="184785"/>
                </a:lnTo>
                <a:lnTo>
                  <a:pt x="1732915" y="184785"/>
                </a:lnTo>
                <a:lnTo>
                  <a:pt x="1732915" y="4699"/>
                </a:lnTo>
                <a:close/>
              </a:path>
              <a:path w="2361565" h="189864">
                <a:moveTo>
                  <a:pt x="1841119" y="4699"/>
                </a:moveTo>
                <a:lnTo>
                  <a:pt x="1818258" y="4699"/>
                </a:lnTo>
                <a:lnTo>
                  <a:pt x="1818258" y="184785"/>
                </a:lnTo>
                <a:lnTo>
                  <a:pt x="1836547" y="184785"/>
                </a:lnTo>
                <a:lnTo>
                  <a:pt x="1836547" y="29844"/>
                </a:lnTo>
                <a:lnTo>
                  <a:pt x="1858313" y="29844"/>
                </a:lnTo>
                <a:lnTo>
                  <a:pt x="1841119" y="4699"/>
                </a:lnTo>
                <a:close/>
              </a:path>
              <a:path w="2361565" h="189864">
                <a:moveTo>
                  <a:pt x="1858313" y="29844"/>
                </a:moveTo>
                <a:lnTo>
                  <a:pt x="1837054" y="29844"/>
                </a:lnTo>
                <a:lnTo>
                  <a:pt x="1941829" y="184785"/>
                </a:lnTo>
                <a:lnTo>
                  <a:pt x="1964817" y="184785"/>
                </a:lnTo>
                <a:lnTo>
                  <a:pt x="1964817" y="158115"/>
                </a:lnTo>
                <a:lnTo>
                  <a:pt x="1946021" y="158115"/>
                </a:lnTo>
                <a:lnTo>
                  <a:pt x="1858313" y="29844"/>
                </a:lnTo>
                <a:close/>
              </a:path>
              <a:path w="2361565" h="189864">
                <a:moveTo>
                  <a:pt x="1964817" y="4699"/>
                </a:moveTo>
                <a:lnTo>
                  <a:pt x="1946528" y="4699"/>
                </a:lnTo>
                <a:lnTo>
                  <a:pt x="1946528" y="158115"/>
                </a:lnTo>
                <a:lnTo>
                  <a:pt x="1964817" y="158115"/>
                </a:lnTo>
                <a:lnTo>
                  <a:pt x="1964817" y="4699"/>
                </a:lnTo>
                <a:close/>
              </a:path>
              <a:path w="2361565" h="189864">
                <a:moveTo>
                  <a:pt x="2163191" y="4699"/>
                </a:moveTo>
                <a:lnTo>
                  <a:pt x="2051430" y="4699"/>
                </a:lnTo>
                <a:lnTo>
                  <a:pt x="2051430" y="184785"/>
                </a:lnTo>
                <a:lnTo>
                  <a:pt x="2166112" y="184785"/>
                </a:lnTo>
                <a:lnTo>
                  <a:pt x="2166112" y="168529"/>
                </a:lnTo>
                <a:lnTo>
                  <a:pt x="2069719" y="168529"/>
                </a:lnTo>
                <a:lnTo>
                  <a:pt x="2069719" y="99060"/>
                </a:lnTo>
                <a:lnTo>
                  <a:pt x="2156968" y="99060"/>
                </a:lnTo>
                <a:lnTo>
                  <a:pt x="2156968" y="83058"/>
                </a:lnTo>
                <a:lnTo>
                  <a:pt x="2069719" y="83058"/>
                </a:lnTo>
                <a:lnTo>
                  <a:pt x="2069719" y="20955"/>
                </a:lnTo>
                <a:lnTo>
                  <a:pt x="2163191" y="20955"/>
                </a:lnTo>
                <a:lnTo>
                  <a:pt x="2163191" y="4699"/>
                </a:lnTo>
                <a:close/>
              </a:path>
              <a:path w="2361565" h="189864">
                <a:moveTo>
                  <a:pt x="2302129" y="4699"/>
                </a:moveTo>
                <a:lnTo>
                  <a:pt x="2240406" y="4699"/>
                </a:lnTo>
                <a:lnTo>
                  <a:pt x="2240406" y="184785"/>
                </a:lnTo>
                <a:lnTo>
                  <a:pt x="2258695" y="184785"/>
                </a:lnTo>
                <a:lnTo>
                  <a:pt x="2258695" y="100584"/>
                </a:lnTo>
                <a:lnTo>
                  <a:pt x="2309669" y="100584"/>
                </a:lnTo>
                <a:lnTo>
                  <a:pt x="2308732" y="99060"/>
                </a:lnTo>
                <a:lnTo>
                  <a:pt x="2315337" y="98425"/>
                </a:lnTo>
                <a:lnTo>
                  <a:pt x="2321432" y="96900"/>
                </a:lnTo>
                <a:lnTo>
                  <a:pt x="2332608" y="92075"/>
                </a:lnTo>
                <a:lnTo>
                  <a:pt x="2337562" y="88900"/>
                </a:lnTo>
                <a:lnTo>
                  <a:pt x="2341626" y="84962"/>
                </a:lnTo>
                <a:lnTo>
                  <a:pt x="2258695" y="84962"/>
                </a:lnTo>
                <a:lnTo>
                  <a:pt x="2258695" y="20447"/>
                </a:lnTo>
                <a:lnTo>
                  <a:pt x="2343892" y="20447"/>
                </a:lnTo>
                <a:lnTo>
                  <a:pt x="2342896" y="19304"/>
                </a:lnTo>
                <a:lnTo>
                  <a:pt x="2337435" y="15493"/>
                </a:lnTo>
                <a:lnTo>
                  <a:pt x="2331847" y="11684"/>
                </a:lnTo>
                <a:lnTo>
                  <a:pt x="2325370" y="8890"/>
                </a:lnTo>
                <a:lnTo>
                  <a:pt x="2317750" y="7238"/>
                </a:lnTo>
                <a:lnTo>
                  <a:pt x="2310256" y="5461"/>
                </a:lnTo>
                <a:lnTo>
                  <a:pt x="2302129" y="4699"/>
                </a:lnTo>
                <a:close/>
              </a:path>
              <a:path w="2361565" h="189864">
                <a:moveTo>
                  <a:pt x="2309669" y="100584"/>
                </a:moveTo>
                <a:lnTo>
                  <a:pt x="2289175" y="100584"/>
                </a:lnTo>
                <a:lnTo>
                  <a:pt x="2339086" y="184785"/>
                </a:lnTo>
                <a:lnTo>
                  <a:pt x="2361438" y="184785"/>
                </a:lnTo>
                <a:lnTo>
                  <a:pt x="2309669" y="100584"/>
                </a:lnTo>
                <a:close/>
              </a:path>
              <a:path w="2361565" h="189864">
                <a:moveTo>
                  <a:pt x="2343892" y="20447"/>
                </a:moveTo>
                <a:lnTo>
                  <a:pt x="2298065" y="20447"/>
                </a:lnTo>
                <a:lnTo>
                  <a:pt x="2304161" y="21081"/>
                </a:lnTo>
                <a:lnTo>
                  <a:pt x="2309749" y="22225"/>
                </a:lnTo>
                <a:lnTo>
                  <a:pt x="2315337" y="23494"/>
                </a:lnTo>
                <a:lnTo>
                  <a:pt x="2320163" y="25273"/>
                </a:lnTo>
                <a:lnTo>
                  <a:pt x="2323973" y="27812"/>
                </a:lnTo>
                <a:lnTo>
                  <a:pt x="2327910" y="30353"/>
                </a:lnTo>
                <a:lnTo>
                  <a:pt x="2330957" y="33655"/>
                </a:lnTo>
                <a:lnTo>
                  <a:pt x="2333244" y="37718"/>
                </a:lnTo>
                <a:lnTo>
                  <a:pt x="2335403" y="41783"/>
                </a:lnTo>
                <a:lnTo>
                  <a:pt x="2336546" y="46736"/>
                </a:lnTo>
                <a:lnTo>
                  <a:pt x="2336546" y="52705"/>
                </a:lnTo>
                <a:lnTo>
                  <a:pt x="2335883" y="59436"/>
                </a:lnTo>
                <a:lnTo>
                  <a:pt x="2335805" y="60225"/>
                </a:lnTo>
                <a:lnTo>
                  <a:pt x="2300872" y="84335"/>
                </a:lnTo>
                <a:lnTo>
                  <a:pt x="2287796" y="84962"/>
                </a:lnTo>
                <a:lnTo>
                  <a:pt x="2341626" y="84962"/>
                </a:lnTo>
                <a:lnTo>
                  <a:pt x="2345690" y="80899"/>
                </a:lnTo>
                <a:lnTo>
                  <a:pt x="2348992" y="76200"/>
                </a:lnTo>
                <a:lnTo>
                  <a:pt x="2351278" y="70866"/>
                </a:lnTo>
                <a:lnTo>
                  <a:pt x="2353691" y="65405"/>
                </a:lnTo>
                <a:lnTo>
                  <a:pt x="2354833" y="59436"/>
                </a:lnTo>
                <a:lnTo>
                  <a:pt x="2354833" y="43942"/>
                </a:lnTo>
                <a:lnTo>
                  <a:pt x="2353310" y="36449"/>
                </a:lnTo>
                <a:lnTo>
                  <a:pt x="2347214" y="24256"/>
                </a:lnTo>
                <a:lnTo>
                  <a:pt x="2343892" y="20447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58C2D-F186-B897-68F7-F89780B4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61DF0-EC5C-47EC-A441-74F447E1A64A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D2508-6557-5153-C1DC-F9FFF10B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91C83-B0D4-2DD0-AC06-0710D1E6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66686" y="526923"/>
            <a:ext cx="1757045" cy="1753870"/>
            <a:chOff x="566686" y="526923"/>
            <a:chExt cx="1757045" cy="1753870"/>
          </a:xfrm>
        </p:grpSpPr>
        <p:sp>
          <p:nvSpPr>
            <p:cNvPr id="4" name="object 4"/>
            <p:cNvSpPr/>
            <p:nvPr/>
          </p:nvSpPr>
          <p:spPr>
            <a:xfrm>
              <a:off x="610869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592" y="1561591"/>
                  </a:lnTo>
                </a:path>
                <a:path w="1626235" h="1624964">
                  <a:moveTo>
                    <a:pt x="162585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3036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79" y="1040638"/>
                  </a:moveTo>
                  <a:lnTo>
                    <a:pt x="1040625" y="1040638"/>
                  </a:lnTo>
                  <a:lnTo>
                    <a:pt x="1040625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140" y="532606"/>
              <a:ext cx="1754166" cy="174772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76389" y="2531998"/>
            <a:ext cx="1862455" cy="633730"/>
            <a:chOff x="576389" y="2531998"/>
            <a:chExt cx="1862455" cy="6337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89" y="2531998"/>
              <a:ext cx="1419161" cy="6333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6389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3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50049" y="4606194"/>
            <a:ext cx="1757045" cy="1753870"/>
            <a:chOff x="550049" y="4606194"/>
            <a:chExt cx="1757045" cy="1753870"/>
          </a:xfrm>
        </p:grpSpPr>
        <p:sp>
          <p:nvSpPr>
            <p:cNvPr id="11" name="object 11"/>
            <p:cNvSpPr/>
            <p:nvPr/>
          </p:nvSpPr>
          <p:spPr>
            <a:xfrm>
              <a:off x="594220" y="4690491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1624876"/>
                  </a:moveTo>
                  <a:lnTo>
                    <a:pt x="1561604" y="63245"/>
                  </a:lnTo>
                </a:path>
                <a:path w="1626235" h="1624964">
                  <a:moveTo>
                    <a:pt x="1625866" y="1245196"/>
                  </a:moveTo>
                  <a:lnTo>
                    <a:pt x="38068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6399" y="5312537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52666" y="0"/>
                  </a:moveTo>
                  <a:lnTo>
                    <a:pt x="1040625" y="0"/>
                  </a:lnTo>
                  <a:lnTo>
                    <a:pt x="1040625" y="987971"/>
                  </a:lnTo>
                </a:path>
                <a:path w="1040765" h="1040764">
                  <a:moveTo>
                    <a:pt x="0" y="434327"/>
                  </a:moveTo>
                  <a:lnTo>
                    <a:pt x="606323" y="434327"/>
                  </a:lnTo>
                  <a:lnTo>
                    <a:pt x="606323" y="10406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00" y="4606194"/>
              <a:ext cx="1754169" cy="174762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59739" y="3721100"/>
            <a:ext cx="1862455" cy="633730"/>
            <a:chOff x="559739" y="3721100"/>
            <a:chExt cx="1862455" cy="63373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39" y="3721100"/>
              <a:ext cx="1419174" cy="6334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9739" y="4035425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5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157601" y="17994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145282" y="761441"/>
            <a:ext cx="43287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Lambda</a:t>
            </a:r>
            <a:r>
              <a:rPr spc="-204" dirty="0"/>
              <a:t> </a:t>
            </a:r>
            <a:r>
              <a:rPr spc="-10" dirty="0"/>
              <a:t>Function</a:t>
            </a: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1157" y="2207514"/>
            <a:ext cx="241427" cy="251333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4733544" y="2288412"/>
            <a:ext cx="720090" cy="175260"/>
          </a:xfrm>
          <a:custGeom>
            <a:avLst/>
            <a:gdLst/>
            <a:ahLst/>
            <a:cxnLst/>
            <a:rect l="l" t="t" r="r" b="b"/>
            <a:pathLst>
              <a:path w="720089" h="175260">
                <a:moveTo>
                  <a:pt x="177292" y="87503"/>
                </a:moveTo>
                <a:lnTo>
                  <a:pt x="167043" y="44869"/>
                </a:lnTo>
                <a:lnTo>
                  <a:pt x="151511" y="24104"/>
                </a:lnTo>
                <a:lnTo>
                  <a:pt x="151511" y="87503"/>
                </a:lnTo>
                <a:lnTo>
                  <a:pt x="151244" y="94297"/>
                </a:lnTo>
                <a:lnTo>
                  <a:pt x="129159" y="140843"/>
                </a:lnTo>
                <a:lnTo>
                  <a:pt x="88519" y="154178"/>
                </a:lnTo>
                <a:lnTo>
                  <a:pt x="81394" y="153847"/>
                </a:lnTo>
                <a:lnTo>
                  <a:pt x="37084" y="128778"/>
                </a:lnTo>
                <a:lnTo>
                  <a:pt x="25527" y="87503"/>
                </a:lnTo>
                <a:lnTo>
                  <a:pt x="25806" y="80657"/>
                </a:lnTo>
                <a:lnTo>
                  <a:pt x="42545" y="40005"/>
                </a:lnTo>
                <a:lnTo>
                  <a:pt x="81394" y="20662"/>
                </a:lnTo>
                <a:lnTo>
                  <a:pt x="88519" y="20320"/>
                </a:lnTo>
                <a:lnTo>
                  <a:pt x="95580" y="20662"/>
                </a:lnTo>
                <a:lnTo>
                  <a:pt x="134620" y="40005"/>
                </a:lnTo>
                <a:lnTo>
                  <a:pt x="151244" y="80657"/>
                </a:lnTo>
                <a:lnTo>
                  <a:pt x="151511" y="87503"/>
                </a:lnTo>
                <a:lnTo>
                  <a:pt x="151511" y="24104"/>
                </a:lnTo>
                <a:lnTo>
                  <a:pt x="147243" y="20320"/>
                </a:lnTo>
                <a:lnTo>
                  <a:pt x="146202" y="19392"/>
                </a:lnTo>
                <a:lnTo>
                  <a:pt x="139446" y="14516"/>
                </a:lnTo>
                <a:lnTo>
                  <a:pt x="97967" y="431"/>
                </a:lnTo>
                <a:lnTo>
                  <a:pt x="88519" y="0"/>
                </a:lnTo>
                <a:lnTo>
                  <a:pt x="79057" y="431"/>
                </a:lnTo>
                <a:lnTo>
                  <a:pt x="37719" y="14516"/>
                </a:lnTo>
                <a:lnTo>
                  <a:pt x="10109" y="44869"/>
                </a:lnTo>
                <a:lnTo>
                  <a:pt x="0" y="87503"/>
                </a:lnTo>
                <a:lnTo>
                  <a:pt x="292" y="94297"/>
                </a:lnTo>
                <a:lnTo>
                  <a:pt x="393" y="96672"/>
                </a:lnTo>
                <a:lnTo>
                  <a:pt x="1612" y="105511"/>
                </a:lnTo>
                <a:lnTo>
                  <a:pt x="3530" y="113538"/>
                </a:lnTo>
                <a:lnTo>
                  <a:pt x="3632" y="114007"/>
                </a:lnTo>
                <a:lnTo>
                  <a:pt x="24765" y="149987"/>
                </a:lnTo>
                <a:lnTo>
                  <a:pt x="61264" y="171132"/>
                </a:lnTo>
                <a:lnTo>
                  <a:pt x="88519" y="174879"/>
                </a:lnTo>
                <a:lnTo>
                  <a:pt x="97967" y="174459"/>
                </a:lnTo>
                <a:lnTo>
                  <a:pt x="139446" y="160375"/>
                </a:lnTo>
                <a:lnTo>
                  <a:pt x="147675" y="154178"/>
                </a:lnTo>
                <a:lnTo>
                  <a:pt x="152400" y="149987"/>
                </a:lnTo>
                <a:lnTo>
                  <a:pt x="173532" y="114007"/>
                </a:lnTo>
                <a:lnTo>
                  <a:pt x="176860" y="96672"/>
                </a:lnTo>
                <a:lnTo>
                  <a:pt x="177292" y="87503"/>
                </a:lnTo>
                <a:close/>
              </a:path>
              <a:path w="720089" h="175260">
                <a:moveTo>
                  <a:pt x="378460" y="68580"/>
                </a:moveTo>
                <a:lnTo>
                  <a:pt x="377456" y="53898"/>
                </a:lnTo>
                <a:lnTo>
                  <a:pt x="374484" y="40767"/>
                </a:lnTo>
                <a:lnTo>
                  <a:pt x="369506" y="29044"/>
                </a:lnTo>
                <a:lnTo>
                  <a:pt x="363537" y="20320"/>
                </a:lnTo>
                <a:lnTo>
                  <a:pt x="362585" y="18923"/>
                </a:lnTo>
                <a:lnTo>
                  <a:pt x="353618" y="10668"/>
                </a:lnTo>
                <a:lnTo>
                  <a:pt x="342734" y="4749"/>
                </a:lnTo>
                <a:lnTo>
                  <a:pt x="329895" y="1193"/>
                </a:lnTo>
                <a:lnTo>
                  <a:pt x="315087" y="0"/>
                </a:lnTo>
                <a:lnTo>
                  <a:pt x="306336" y="571"/>
                </a:lnTo>
                <a:lnTo>
                  <a:pt x="267652" y="19494"/>
                </a:lnTo>
                <a:lnTo>
                  <a:pt x="258445" y="32639"/>
                </a:lnTo>
                <a:lnTo>
                  <a:pt x="257556" y="32639"/>
                </a:lnTo>
                <a:lnTo>
                  <a:pt x="257429" y="24765"/>
                </a:lnTo>
                <a:lnTo>
                  <a:pt x="256755" y="10668"/>
                </a:lnTo>
                <a:lnTo>
                  <a:pt x="256667" y="8763"/>
                </a:lnTo>
                <a:lnTo>
                  <a:pt x="256222" y="5092"/>
                </a:lnTo>
                <a:lnTo>
                  <a:pt x="256159" y="4445"/>
                </a:lnTo>
                <a:lnTo>
                  <a:pt x="233172" y="4445"/>
                </a:lnTo>
                <a:lnTo>
                  <a:pt x="233464" y="8763"/>
                </a:lnTo>
                <a:lnTo>
                  <a:pt x="233934" y="16383"/>
                </a:lnTo>
                <a:lnTo>
                  <a:pt x="234022" y="18923"/>
                </a:lnTo>
                <a:lnTo>
                  <a:pt x="234124" y="21717"/>
                </a:lnTo>
                <a:lnTo>
                  <a:pt x="234213" y="24257"/>
                </a:lnTo>
                <a:lnTo>
                  <a:pt x="234327" y="27432"/>
                </a:lnTo>
                <a:lnTo>
                  <a:pt x="234442" y="170434"/>
                </a:lnTo>
                <a:lnTo>
                  <a:pt x="258826" y="170434"/>
                </a:lnTo>
                <a:lnTo>
                  <a:pt x="258826" y="85217"/>
                </a:lnTo>
                <a:lnTo>
                  <a:pt x="259080" y="77139"/>
                </a:lnTo>
                <a:lnTo>
                  <a:pt x="274320" y="36068"/>
                </a:lnTo>
                <a:lnTo>
                  <a:pt x="290449" y="24257"/>
                </a:lnTo>
                <a:lnTo>
                  <a:pt x="296252" y="21717"/>
                </a:lnTo>
                <a:lnTo>
                  <a:pt x="295935" y="21717"/>
                </a:lnTo>
                <a:lnTo>
                  <a:pt x="302641" y="20320"/>
                </a:lnTo>
                <a:lnTo>
                  <a:pt x="317881" y="20320"/>
                </a:lnTo>
                <a:lnTo>
                  <a:pt x="325120" y="21717"/>
                </a:lnTo>
                <a:lnTo>
                  <a:pt x="331216" y="24765"/>
                </a:lnTo>
                <a:lnTo>
                  <a:pt x="336804" y="27432"/>
                </a:lnTo>
                <a:lnTo>
                  <a:pt x="341503" y="31369"/>
                </a:lnTo>
                <a:lnTo>
                  <a:pt x="344805" y="36449"/>
                </a:lnTo>
                <a:lnTo>
                  <a:pt x="348234" y="41529"/>
                </a:lnTo>
                <a:lnTo>
                  <a:pt x="350647" y="47625"/>
                </a:lnTo>
                <a:lnTo>
                  <a:pt x="353441" y="61849"/>
                </a:lnTo>
                <a:lnTo>
                  <a:pt x="353974" y="68580"/>
                </a:lnTo>
                <a:lnTo>
                  <a:pt x="354076" y="170434"/>
                </a:lnTo>
                <a:lnTo>
                  <a:pt x="378460" y="170434"/>
                </a:lnTo>
                <a:lnTo>
                  <a:pt x="378460" y="68580"/>
                </a:lnTo>
                <a:close/>
              </a:path>
              <a:path w="720089" h="175260">
                <a:moveTo>
                  <a:pt x="597662" y="82423"/>
                </a:moveTo>
                <a:lnTo>
                  <a:pt x="597357" y="74549"/>
                </a:lnTo>
                <a:lnTo>
                  <a:pt x="597344" y="74079"/>
                </a:lnTo>
                <a:lnTo>
                  <a:pt x="596392" y="65963"/>
                </a:lnTo>
                <a:lnTo>
                  <a:pt x="582053" y="30226"/>
                </a:lnTo>
                <a:lnTo>
                  <a:pt x="573392" y="20320"/>
                </a:lnTo>
                <a:lnTo>
                  <a:pt x="573024" y="19951"/>
                </a:lnTo>
                <a:lnTo>
                  <a:pt x="573024" y="74549"/>
                </a:lnTo>
                <a:lnTo>
                  <a:pt x="459867" y="74549"/>
                </a:lnTo>
                <a:lnTo>
                  <a:pt x="460248" y="69291"/>
                </a:lnTo>
                <a:lnTo>
                  <a:pt x="460375" y="67564"/>
                </a:lnTo>
                <a:lnTo>
                  <a:pt x="462013" y="60756"/>
                </a:lnTo>
                <a:lnTo>
                  <a:pt x="465201" y="54229"/>
                </a:lnTo>
                <a:lnTo>
                  <a:pt x="468249" y="47752"/>
                </a:lnTo>
                <a:lnTo>
                  <a:pt x="472313" y="41910"/>
                </a:lnTo>
                <a:lnTo>
                  <a:pt x="477647" y="36830"/>
                </a:lnTo>
                <a:lnTo>
                  <a:pt x="482854" y="31750"/>
                </a:lnTo>
                <a:lnTo>
                  <a:pt x="488950" y="27686"/>
                </a:lnTo>
                <a:lnTo>
                  <a:pt x="502539" y="21844"/>
                </a:lnTo>
                <a:lnTo>
                  <a:pt x="510032" y="20320"/>
                </a:lnTo>
                <a:lnTo>
                  <a:pt x="518160" y="20320"/>
                </a:lnTo>
                <a:lnTo>
                  <a:pt x="558038" y="35814"/>
                </a:lnTo>
                <a:lnTo>
                  <a:pt x="572960" y="74079"/>
                </a:lnTo>
                <a:lnTo>
                  <a:pt x="573024" y="74549"/>
                </a:lnTo>
                <a:lnTo>
                  <a:pt x="573024" y="19951"/>
                </a:lnTo>
                <a:lnTo>
                  <a:pt x="572198" y="19126"/>
                </a:lnTo>
                <a:lnTo>
                  <a:pt x="536549" y="1689"/>
                </a:lnTo>
                <a:lnTo>
                  <a:pt x="518160" y="0"/>
                </a:lnTo>
                <a:lnTo>
                  <a:pt x="509435" y="431"/>
                </a:lnTo>
                <a:lnTo>
                  <a:pt x="470738" y="14516"/>
                </a:lnTo>
                <a:lnTo>
                  <a:pt x="444157" y="44869"/>
                </a:lnTo>
                <a:lnTo>
                  <a:pt x="434340" y="87503"/>
                </a:lnTo>
                <a:lnTo>
                  <a:pt x="434517" y="91694"/>
                </a:lnTo>
                <a:lnTo>
                  <a:pt x="434619" y="93853"/>
                </a:lnTo>
                <a:lnTo>
                  <a:pt x="434733" y="96672"/>
                </a:lnTo>
                <a:lnTo>
                  <a:pt x="448640" y="137134"/>
                </a:lnTo>
                <a:lnTo>
                  <a:pt x="478396" y="164642"/>
                </a:lnTo>
                <a:lnTo>
                  <a:pt x="520192" y="174879"/>
                </a:lnTo>
                <a:lnTo>
                  <a:pt x="528434" y="174459"/>
                </a:lnTo>
                <a:lnTo>
                  <a:pt x="529717" y="174459"/>
                </a:lnTo>
                <a:lnTo>
                  <a:pt x="567563" y="161810"/>
                </a:lnTo>
                <a:lnTo>
                  <a:pt x="577621" y="154178"/>
                </a:lnTo>
                <a:lnTo>
                  <a:pt x="583996" y="148323"/>
                </a:lnTo>
                <a:lnTo>
                  <a:pt x="591693" y="139573"/>
                </a:lnTo>
                <a:lnTo>
                  <a:pt x="573659" y="125349"/>
                </a:lnTo>
                <a:lnTo>
                  <a:pt x="569595" y="130937"/>
                </a:lnTo>
                <a:lnTo>
                  <a:pt x="564857" y="136055"/>
                </a:lnTo>
                <a:lnTo>
                  <a:pt x="529297" y="153631"/>
                </a:lnTo>
                <a:lnTo>
                  <a:pt x="520192" y="154178"/>
                </a:lnTo>
                <a:lnTo>
                  <a:pt x="511810" y="154178"/>
                </a:lnTo>
                <a:lnTo>
                  <a:pt x="503809" y="152527"/>
                </a:lnTo>
                <a:lnTo>
                  <a:pt x="489204" y="146050"/>
                </a:lnTo>
                <a:lnTo>
                  <a:pt x="482727" y="141732"/>
                </a:lnTo>
                <a:lnTo>
                  <a:pt x="477266" y="136271"/>
                </a:lnTo>
                <a:lnTo>
                  <a:pt x="471805" y="130937"/>
                </a:lnTo>
                <a:lnTo>
                  <a:pt x="459486" y="93853"/>
                </a:lnTo>
                <a:lnTo>
                  <a:pt x="597408" y="93853"/>
                </a:lnTo>
                <a:lnTo>
                  <a:pt x="597535" y="91694"/>
                </a:lnTo>
                <a:lnTo>
                  <a:pt x="597662" y="82423"/>
                </a:lnTo>
                <a:close/>
              </a:path>
              <a:path w="720089" h="175260">
                <a:moveTo>
                  <a:pt x="719785" y="74206"/>
                </a:moveTo>
                <a:lnTo>
                  <a:pt x="640207" y="74206"/>
                </a:lnTo>
                <a:lnTo>
                  <a:pt x="640207" y="94488"/>
                </a:lnTo>
                <a:lnTo>
                  <a:pt x="719785" y="94488"/>
                </a:lnTo>
                <a:lnTo>
                  <a:pt x="719785" y="74206"/>
                </a:lnTo>
                <a:close/>
              </a:path>
            </a:pathLst>
          </a:custGeom>
          <a:solidFill>
            <a:srgbClr val="000000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9767" y="2186304"/>
            <a:ext cx="2361184" cy="276987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223389" y="2190495"/>
            <a:ext cx="9968865" cy="3240405"/>
            <a:chOff x="2223389" y="2190495"/>
            <a:chExt cx="9968865" cy="3240405"/>
          </a:xfrm>
        </p:grpSpPr>
        <p:sp>
          <p:nvSpPr>
            <p:cNvPr id="23" name="object 23"/>
            <p:cNvSpPr/>
            <p:nvPr/>
          </p:nvSpPr>
          <p:spPr>
            <a:xfrm>
              <a:off x="3515614" y="2190495"/>
              <a:ext cx="1075055" cy="353695"/>
            </a:xfrm>
            <a:custGeom>
              <a:avLst/>
              <a:gdLst/>
              <a:ahLst/>
              <a:cxnLst/>
              <a:rect l="l" t="t" r="r" b="b"/>
              <a:pathLst>
                <a:path w="1075054" h="353694">
                  <a:moveTo>
                    <a:pt x="19050" y="226059"/>
                  </a:moveTo>
                  <a:lnTo>
                    <a:pt x="0" y="240283"/>
                  </a:lnTo>
                  <a:lnTo>
                    <a:pt x="6024" y="248096"/>
                  </a:lnTo>
                  <a:lnTo>
                    <a:pt x="12858" y="254777"/>
                  </a:lnTo>
                  <a:lnTo>
                    <a:pt x="56298" y="272295"/>
                  </a:lnTo>
                  <a:lnTo>
                    <a:pt x="65659" y="272795"/>
                  </a:lnTo>
                  <a:lnTo>
                    <a:pt x="73151" y="272795"/>
                  </a:lnTo>
                  <a:lnTo>
                    <a:pt x="80645" y="271906"/>
                  </a:lnTo>
                  <a:lnTo>
                    <a:pt x="88137" y="270001"/>
                  </a:lnTo>
                  <a:lnTo>
                    <a:pt x="95329" y="268295"/>
                  </a:lnTo>
                  <a:lnTo>
                    <a:pt x="95469" y="268295"/>
                  </a:lnTo>
                  <a:lnTo>
                    <a:pt x="102235" y="265302"/>
                  </a:lnTo>
                  <a:lnTo>
                    <a:pt x="114173" y="256920"/>
                  </a:lnTo>
                  <a:lnTo>
                    <a:pt x="118539" y="252094"/>
                  </a:lnTo>
                  <a:lnTo>
                    <a:pt x="65277" y="252094"/>
                  </a:lnTo>
                  <a:lnTo>
                    <a:pt x="57993" y="251638"/>
                  </a:lnTo>
                  <a:lnTo>
                    <a:pt x="51006" y="250253"/>
                  </a:lnTo>
                  <a:lnTo>
                    <a:pt x="44844" y="248096"/>
                  </a:lnTo>
                  <a:lnTo>
                    <a:pt x="44675" y="248096"/>
                  </a:lnTo>
                  <a:lnTo>
                    <a:pt x="37973" y="244601"/>
                  </a:lnTo>
                  <a:lnTo>
                    <a:pt x="32087" y="240668"/>
                  </a:lnTo>
                  <a:lnTo>
                    <a:pt x="26987" y="236283"/>
                  </a:lnTo>
                  <a:lnTo>
                    <a:pt x="22649" y="231421"/>
                  </a:lnTo>
                  <a:lnTo>
                    <a:pt x="19050" y="226059"/>
                  </a:lnTo>
                  <a:close/>
                </a:path>
                <a:path w="1075054" h="353694">
                  <a:moveTo>
                    <a:pt x="67056" y="97916"/>
                  </a:moveTo>
                  <a:lnTo>
                    <a:pt x="59436" y="97916"/>
                  </a:lnTo>
                  <a:lnTo>
                    <a:pt x="52070" y="98932"/>
                  </a:lnTo>
                  <a:lnTo>
                    <a:pt x="16001" y="118363"/>
                  </a:lnTo>
                  <a:lnTo>
                    <a:pt x="12700" y="124459"/>
                  </a:lnTo>
                  <a:lnTo>
                    <a:pt x="9398" y="130428"/>
                  </a:lnTo>
                  <a:lnTo>
                    <a:pt x="7747" y="137794"/>
                  </a:lnTo>
                  <a:lnTo>
                    <a:pt x="7747" y="154050"/>
                  </a:lnTo>
                  <a:lnTo>
                    <a:pt x="33909" y="184784"/>
                  </a:lnTo>
                  <a:lnTo>
                    <a:pt x="66532" y="193966"/>
                  </a:lnTo>
                  <a:lnTo>
                    <a:pt x="76390" y="196929"/>
                  </a:lnTo>
                  <a:lnTo>
                    <a:pt x="84820" y="200011"/>
                  </a:lnTo>
                  <a:lnTo>
                    <a:pt x="91821" y="203200"/>
                  </a:lnTo>
                  <a:lnTo>
                    <a:pt x="100202" y="207644"/>
                  </a:lnTo>
                  <a:lnTo>
                    <a:pt x="104394" y="214249"/>
                  </a:lnTo>
                  <a:lnTo>
                    <a:pt x="104394" y="228473"/>
                  </a:lnTo>
                  <a:lnTo>
                    <a:pt x="103250" y="232917"/>
                  </a:lnTo>
                  <a:lnTo>
                    <a:pt x="101091" y="236600"/>
                  </a:lnTo>
                  <a:lnTo>
                    <a:pt x="99060" y="240283"/>
                  </a:lnTo>
                  <a:lnTo>
                    <a:pt x="96138" y="243204"/>
                  </a:lnTo>
                  <a:lnTo>
                    <a:pt x="92583" y="245617"/>
                  </a:lnTo>
                  <a:lnTo>
                    <a:pt x="88987" y="248096"/>
                  </a:lnTo>
                  <a:lnTo>
                    <a:pt x="84962" y="249681"/>
                  </a:lnTo>
                  <a:lnTo>
                    <a:pt x="80263" y="250698"/>
                  </a:lnTo>
                  <a:lnTo>
                    <a:pt x="75292" y="251638"/>
                  </a:lnTo>
                  <a:lnTo>
                    <a:pt x="75049" y="251638"/>
                  </a:lnTo>
                  <a:lnTo>
                    <a:pt x="70485" y="252094"/>
                  </a:lnTo>
                  <a:lnTo>
                    <a:pt x="118539" y="252094"/>
                  </a:lnTo>
                  <a:lnTo>
                    <a:pt x="118952" y="251638"/>
                  </a:lnTo>
                  <a:lnTo>
                    <a:pt x="122682" y="245237"/>
                  </a:lnTo>
                  <a:lnTo>
                    <a:pt x="126237" y="238759"/>
                  </a:lnTo>
                  <a:lnTo>
                    <a:pt x="128143" y="230758"/>
                  </a:lnTo>
                  <a:lnTo>
                    <a:pt x="128143" y="221233"/>
                  </a:lnTo>
                  <a:lnTo>
                    <a:pt x="106142" y="184784"/>
                  </a:lnTo>
                  <a:lnTo>
                    <a:pt x="60961" y="170231"/>
                  </a:lnTo>
                  <a:lnTo>
                    <a:pt x="52784" y="167735"/>
                  </a:lnTo>
                  <a:lnTo>
                    <a:pt x="45964" y="165000"/>
                  </a:lnTo>
                  <a:lnTo>
                    <a:pt x="40512" y="162051"/>
                  </a:lnTo>
                  <a:lnTo>
                    <a:pt x="34036" y="157987"/>
                  </a:lnTo>
                  <a:lnTo>
                    <a:pt x="30861" y="151891"/>
                  </a:lnTo>
                  <a:lnTo>
                    <a:pt x="30861" y="139573"/>
                  </a:lnTo>
                  <a:lnTo>
                    <a:pt x="60674" y="118363"/>
                  </a:lnTo>
                  <a:lnTo>
                    <a:pt x="118149" y="118363"/>
                  </a:lnTo>
                  <a:lnTo>
                    <a:pt x="115141" y="115204"/>
                  </a:lnTo>
                  <a:lnTo>
                    <a:pt x="75674" y="98415"/>
                  </a:lnTo>
                  <a:lnTo>
                    <a:pt x="67056" y="97916"/>
                  </a:lnTo>
                  <a:close/>
                </a:path>
                <a:path w="1075054" h="353694">
                  <a:moveTo>
                    <a:pt x="118149" y="118363"/>
                  </a:moveTo>
                  <a:lnTo>
                    <a:pt x="68161" y="118363"/>
                  </a:lnTo>
                  <a:lnTo>
                    <a:pt x="74524" y="118744"/>
                  </a:lnTo>
                  <a:lnTo>
                    <a:pt x="73341" y="118744"/>
                  </a:lnTo>
                  <a:lnTo>
                    <a:pt x="106807" y="141604"/>
                  </a:lnTo>
                  <a:lnTo>
                    <a:pt x="125349" y="127762"/>
                  </a:lnTo>
                  <a:lnTo>
                    <a:pt x="120751" y="121096"/>
                  </a:lnTo>
                  <a:lnTo>
                    <a:pt x="118149" y="118363"/>
                  </a:lnTo>
                  <a:close/>
                </a:path>
                <a:path w="1075054" h="353694">
                  <a:moveTo>
                    <a:pt x="198120" y="21336"/>
                  </a:moveTo>
                  <a:lnTo>
                    <a:pt x="189611" y="21336"/>
                  </a:lnTo>
                  <a:lnTo>
                    <a:pt x="185674" y="22987"/>
                  </a:lnTo>
                  <a:lnTo>
                    <a:pt x="182245" y="26162"/>
                  </a:lnTo>
                  <a:lnTo>
                    <a:pt x="178688" y="29337"/>
                  </a:lnTo>
                  <a:lnTo>
                    <a:pt x="176911" y="33400"/>
                  </a:lnTo>
                  <a:lnTo>
                    <a:pt x="176911" y="43306"/>
                  </a:lnTo>
                  <a:lnTo>
                    <a:pt x="178688" y="47370"/>
                  </a:lnTo>
                  <a:lnTo>
                    <a:pt x="182245" y="50545"/>
                  </a:lnTo>
                  <a:lnTo>
                    <a:pt x="185674" y="53720"/>
                  </a:lnTo>
                  <a:lnTo>
                    <a:pt x="189611" y="55371"/>
                  </a:lnTo>
                  <a:lnTo>
                    <a:pt x="198120" y="55371"/>
                  </a:lnTo>
                  <a:lnTo>
                    <a:pt x="202057" y="53720"/>
                  </a:lnTo>
                  <a:lnTo>
                    <a:pt x="209169" y="47370"/>
                  </a:lnTo>
                  <a:lnTo>
                    <a:pt x="210947" y="43306"/>
                  </a:lnTo>
                  <a:lnTo>
                    <a:pt x="210947" y="33400"/>
                  </a:lnTo>
                  <a:lnTo>
                    <a:pt x="209169" y="29337"/>
                  </a:lnTo>
                  <a:lnTo>
                    <a:pt x="202057" y="22987"/>
                  </a:lnTo>
                  <a:lnTo>
                    <a:pt x="198120" y="21336"/>
                  </a:lnTo>
                  <a:close/>
                </a:path>
                <a:path w="1075054" h="353694">
                  <a:moveTo>
                    <a:pt x="205994" y="102362"/>
                  </a:moveTo>
                  <a:lnTo>
                    <a:pt x="181737" y="102362"/>
                  </a:lnTo>
                  <a:lnTo>
                    <a:pt x="181737" y="268350"/>
                  </a:lnTo>
                  <a:lnTo>
                    <a:pt x="205994" y="268350"/>
                  </a:lnTo>
                  <a:lnTo>
                    <a:pt x="205994" y="102362"/>
                  </a:lnTo>
                  <a:close/>
                </a:path>
                <a:path w="1075054" h="353694">
                  <a:moveTo>
                    <a:pt x="297561" y="102362"/>
                  </a:moveTo>
                  <a:lnTo>
                    <a:pt x="274574" y="102362"/>
                  </a:lnTo>
                  <a:lnTo>
                    <a:pt x="274868" y="106679"/>
                  </a:lnTo>
                  <a:lnTo>
                    <a:pt x="275336" y="114300"/>
                  </a:lnTo>
                  <a:lnTo>
                    <a:pt x="275426" y="116839"/>
                  </a:lnTo>
                  <a:lnTo>
                    <a:pt x="275512" y="119237"/>
                  </a:lnTo>
                  <a:lnTo>
                    <a:pt x="275612" y="122046"/>
                  </a:lnTo>
                  <a:lnTo>
                    <a:pt x="275721" y="125096"/>
                  </a:lnTo>
                  <a:lnTo>
                    <a:pt x="275844" y="268350"/>
                  </a:lnTo>
                  <a:lnTo>
                    <a:pt x="300227" y="268350"/>
                  </a:lnTo>
                  <a:lnTo>
                    <a:pt x="300227" y="183133"/>
                  </a:lnTo>
                  <a:lnTo>
                    <a:pt x="300442" y="176529"/>
                  </a:lnTo>
                  <a:lnTo>
                    <a:pt x="311023" y="139318"/>
                  </a:lnTo>
                  <a:lnTo>
                    <a:pt x="318689" y="130555"/>
                  </a:lnTo>
                  <a:lnTo>
                    <a:pt x="298958" y="130555"/>
                  </a:lnTo>
                  <a:lnTo>
                    <a:pt x="298831" y="122681"/>
                  </a:lnTo>
                  <a:lnTo>
                    <a:pt x="298710" y="120141"/>
                  </a:lnTo>
                  <a:lnTo>
                    <a:pt x="298609" y="118030"/>
                  </a:lnTo>
                  <a:lnTo>
                    <a:pt x="298552" y="116839"/>
                  </a:lnTo>
                  <a:lnTo>
                    <a:pt x="298431" y="114300"/>
                  </a:lnTo>
                  <a:lnTo>
                    <a:pt x="298314" y="111839"/>
                  </a:lnTo>
                  <a:lnTo>
                    <a:pt x="298280" y="111125"/>
                  </a:lnTo>
                  <a:lnTo>
                    <a:pt x="298159" y="108579"/>
                  </a:lnTo>
                  <a:lnTo>
                    <a:pt x="298069" y="106679"/>
                  </a:lnTo>
                  <a:lnTo>
                    <a:pt x="297636" y="103006"/>
                  </a:lnTo>
                  <a:lnTo>
                    <a:pt x="297561" y="102362"/>
                  </a:lnTo>
                  <a:close/>
                </a:path>
                <a:path w="1075054" h="353694">
                  <a:moveTo>
                    <a:pt x="397651" y="118237"/>
                  </a:moveTo>
                  <a:lnTo>
                    <a:pt x="356488" y="118237"/>
                  </a:lnTo>
                  <a:lnTo>
                    <a:pt x="363093" y="119506"/>
                  </a:lnTo>
                  <a:lnTo>
                    <a:pt x="368300" y="122046"/>
                  </a:lnTo>
                  <a:lnTo>
                    <a:pt x="373507" y="124459"/>
                  </a:lnTo>
                  <a:lnTo>
                    <a:pt x="377571" y="128015"/>
                  </a:lnTo>
                  <a:lnTo>
                    <a:pt x="380491" y="132587"/>
                  </a:lnTo>
                  <a:lnTo>
                    <a:pt x="383539" y="137287"/>
                  </a:lnTo>
                  <a:lnTo>
                    <a:pt x="385572" y="142875"/>
                  </a:lnTo>
                  <a:lnTo>
                    <a:pt x="386841" y="149478"/>
                  </a:lnTo>
                  <a:lnTo>
                    <a:pt x="387985" y="156082"/>
                  </a:lnTo>
                  <a:lnTo>
                    <a:pt x="388620" y="163449"/>
                  </a:lnTo>
                  <a:lnTo>
                    <a:pt x="388620" y="268350"/>
                  </a:lnTo>
                  <a:lnTo>
                    <a:pt x="412750" y="268350"/>
                  </a:lnTo>
                  <a:lnTo>
                    <a:pt x="412750" y="172084"/>
                  </a:lnTo>
                  <a:lnTo>
                    <a:pt x="413512" y="164464"/>
                  </a:lnTo>
                  <a:lnTo>
                    <a:pt x="415163" y="157225"/>
                  </a:lnTo>
                  <a:lnTo>
                    <a:pt x="416687" y="149859"/>
                  </a:lnTo>
                  <a:lnTo>
                    <a:pt x="419353" y="143255"/>
                  </a:lnTo>
                  <a:lnTo>
                    <a:pt x="423163" y="137540"/>
                  </a:lnTo>
                  <a:lnTo>
                    <a:pt x="425886" y="133223"/>
                  </a:lnTo>
                  <a:lnTo>
                    <a:pt x="405638" y="133223"/>
                  </a:lnTo>
                  <a:lnTo>
                    <a:pt x="402716" y="125983"/>
                  </a:lnTo>
                  <a:lnTo>
                    <a:pt x="399288" y="120141"/>
                  </a:lnTo>
                  <a:lnTo>
                    <a:pt x="397651" y="118237"/>
                  </a:lnTo>
                  <a:close/>
                </a:path>
                <a:path w="1075054" h="353694">
                  <a:moveTo>
                    <a:pt x="512128" y="118237"/>
                  </a:moveTo>
                  <a:lnTo>
                    <a:pt x="459866" y="118237"/>
                  </a:lnTo>
                  <a:lnTo>
                    <a:pt x="470725" y="119237"/>
                  </a:lnTo>
                  <a:lnTo>
                    <a:pt x="479869" y="122237"/>
                  </a:lnTo>
                  <a:lnTo>
                    <a:pt x="502208" y="163449"/>
                  </a:lnTo>
                  <a:lnTo>
                    <a:pt x="502920" y="268350"/>
                  </a:lnTo>
                  <a:lnTo>
                    <a:pt x="526923" y="268350"/>
                  </a:lnTo>
                  <a:lnTo>
                    <a:pt x="526923" y="166496"/>
                  </a:lnTo>
                  <a:lnTo>
                    <a:pt x="526305" y="157225"/>
                  </a:lnTo>
                  <a:lnTo>
                    <a:pt x="526229" y="156082"/>
                  </a:lnTo>
                  <a:lnTo>
                    <a:pt x="526102" y="154177"/>
                  </a:lnTo>
                  <a:lnTo>
                    <a:pt x="518082" y="126956"/>
                  </a:lnTo>
                  <a:lnTo>
                    <a:pt x="512128" y="118237"/>
                  </a:lnTo>
                  <a:close/>
                </a:path>
                <a:path w="1075054" h="353694">
                  <a:moveTo>
                    <a:pt x="463803" y="97916"/>
                  </a:moveTo>
                  <a:lnTo>
                    <a:pt x="421854" y="111988"/>
                  </a:lnTo>
                  <a:lnTo>
                    <a:pt x="405638" y="133223"/>
                  </a:lnTo>
                  <a:lnTo>
                    <a:pt x="425886" y="133223"/>
                  </a:lnTo>
                  <a:lnTo>
                    <a:pt x="426847" y="131699"/>
                  </a:lnTo>
                  <a:lnTo>
                    <a:pt x="431555" y="127238"/>
                  </a:lnTo>
                  <a:lnTo>
                    <a:pt x="431959" y="126956"/>
                  </a:lnTo>
                  <a:lnTo>
                    <a:pt x="437508" y="123650"/>
                  </a:lnTo>
                  <a:lnTo>
                    <a:pt x="443520" y="120141"/>
                  </a:lnTo>
                  <a:lnTo>
                    <a:pt x="443211" y="120141"/>
                  </a:lnTo>
                  <a:lnTo>
                    <a:pt x="451103" y="118237"/>
                  </a:lnTo>
                  <a:lnTo>
                    <a:pt x="512128" y="118237"/>
                  </a:lnTo>
                  <a:lnTo>
                    <a:pt x="511175" y="116839"/>
                  </a:lnTo>
                  <a:lnTo>
                    <a:pt x="502290" y="108579"/>
                  </a:lnTo>
                  <a:lnTo>
                    <a:pt x="491442" y="102663"/>
                  </a:lnTo>
                  <a:lnTo>
                    <a:pt x="478617" y="99105"/>
                  </a:lnTo>
                  <a:lnTo>
                    <a:pt x="463803" y="97916"/>
                  </a:lnTo>
                  <a:close/>
                </a:path>
                <a:path w="1075054" h="353694">
                  <a:moveTo>
                    <a:pt x="358901" y="97916"/>
                  </a:moveTo>
                  <a:lnTo>
                    <a:pt x="354457" y="97916"/>
                  </a:lnTo>
                  <a:lnTo>
                    <a:pt x="345549" y="98486"/>
                  </a:lnTo>
                  <a:lnTo>
                    <a:pt x="308705" y="117411"/>
                  </a:lnTo>
                  <a:lnTo>
                    <a:pt x="299847" y="130555"/>
                  </a:lnTo>
                  <a:lnTo>
                    <a:pt x="318689" y="130555"/>
                  </a:lnTo>
                  <a:lnTo>
                    <a:pt x="320294" y="128777"/>
                  </a:lnTo>
                  <a:lnTo>
                    <a:pt x="325374" y="124713"/>
                  </a:lnTo>
                  <a:lnTo>
                    <a:pt x="331488" y="122046"/>
                  </a:lnTo>
                  <a:lnTo>
                    <a:pt x="336931" y="119506"/>
                  </a:lnTo>
                  <a:lnTo>
                    <a:pt x="342773" y="118237"/>
                  </a:lnTo>
                  <a:lnTo>
                    <a:pt x="397651" y="118237"/>
                  </a:lnTo>
                  <a:lnTo>
                    <a:pt x="391540" y="111125"/>
                  </a:lnTo>
                  <a:lnTo>
                    <a:pt x="363943" y="98486"/>
                  </a:lnTo>
                  <a:lnTo>
                    <a:pt x="364170" y="98486"/>
                  </a:lnTo>
                  <a:lnTo>
                    <a:pt x="358901" y="97916"/>
                  </a:lnTo>
                  <a:close/>
                </a:path>
                <a:path w="1075054" h="353694">
                  <a:moveTo>
                    <a:pt x="620268" y="102362"/>
                  </a:moveTo>
                  <a:lnTo>
                    <a:pt x="595884" y="102362"/>
                  </a:lnTo>
                  <a:lnTo>
                    <a:pt x="595884" y="353694"/>
                  </a:lnTo>
                  <a:lnTo>
                    <a:pt x="620268" y="353694"/>
                  </a:lnTo>
                  <a:lnTo>
                    <a:pt x="620268" y="240283"/>
                  </a:lnTo>
                  <a:lnTo>
                    <a:pt x="643279" y="240283"/>
                  </a:lnTo>
                  <a:lnTo>
                    <a:pt x="619952" y="205601"/>
                  </a:lnTo>
                  <a:lnTo>
                    <a:pt x="617220" y="185419"/>
                  </a:lnTo>
                  <a:lnTo>
                    <a:pt x="617520" y="178563"/>
                  </a:lnTo>
                  <a:lnTo>
                    <a:pt x="617527" y="178397"/>
                  </a:lnTo>
                  <a:lnTo>
                    <a:pt x="618403" y="171910"/>
                  </a:lnTo>
                  <a:lnTo>
                    <a:pt x="618442" y="171624"/>
                  </a:lnTo>
                  <a:lnTo>
                    <a:pt x="641096" y="131571"/>
                  </a:lnTo>
                  <a:lnTo>
                    <a:pt x="641981" y="130937"/>
                  </a:lnTo>
                  <a:lnTo>
                    <a:pt x="620268" y="130937"/>
                  </a:lnTo>
                  <a:lnTo>
                    <a:pt x="620268" y="102362"/>
                  </a:lnTo>
                  <a:close/>
                </a:path>
                <a:path w="1075054" h="353694">
                  <a:moveTo>
                    <a:pt x="643279" y="240283"/>
                  </a:moveTo>
                  <a:lnTo>
                    <a:pt x="621284" y="240283"/>
                  </a:lnTo>
                  <a:lnTo>
                    <a:pt x="626802" y="247642"/>
                  </a:lnTo>
                  <a:lnTo>
                    <a:pt x="666083" y="270684"/>
                  </a:lnTo>
                  <a:lnTo>
                    <a:pt x="675362" y="272367"/>
                  </a:lnTo>
                  <a:lnTo>
                    <a:pt x="676456" y="272367"/>
                  </a:lnTo>
                  <a:lnTo>
                    <a:pt x="683640" y="272795"/>
                  </a:lnTo>
                  <a:lnTo>
                    <a:pt x="726674" y="262274"/>
                  </a:lnTo>
                  <a:lnTo>
                    <a:pt x="741123" y="252094"/>
                  </a:lnTo>
                  <a:lnTo>
                    <a:pt x="681227" y="252094"/>
                  </a:lnTo>
                  <a:lnTo>
                    <a:pt x="674417" y="251763"/>
                  </a:lnTo>
                  <a:lnTo>
                    <a:pt x="667892" y="250777"/>
                  </a:lnTo>
                  <a:lnTo>
                    <a:pt x="661654" y="249148"/>
                  </a:lnTo>
                  <a:lnTo>
                    <a:pt x="655701" y="246887"/>
                  </a:lnTo>
                  <a:lnTo>
                    <a:pt x="647826" y="243458"/>
                  </a:lnTo>
                  <a:lnTo>
                    <a:pt x="643279" y="240283"/>
                  </a:lnTo>
                  <a:close/>
                </a:path>
                <a:path w="1075054" h="353694">
                  <a:moveTo>
                    <a:pt x="740717" y="118237"/>
                  </a:moveTo>
                  <a:lnTo>
                    <a:pt x="681227" y="118237"/>
                  </a:lnTo>
                  <a:lnTo>
                    <a:pt x="688466" y="118570"/>
                  </a:lnTo>
                  <a:lnTo>
                    <a:pt x="695325" y="119570"/>
                  </a:lnTo>
                  <a:lnTo>
                    <a:pt x="732916" y="144017"/>
                  </a:lnTo>
                  <a:lnTo>
                    <a:pt x="742860" y="171624"/>
                  </a:lnTo>
                  <a:lnTo>
                    <a:pt x="742918" y="171910"/>
                  </a:lnTo>
                  <a:lnTo>
                    <a:pt x="743684" y="178397"/>
                  </a:lnTo>
                  <a:lnTo>
                    <a:pt x="743704" y="178563"/>
                  </a:lnTo>
                  <a:lnTo>
                    <a:pt x="743965" y="185419"/>
                  </a:lnTo>
                  <a:lnTo>
                    <a:pt x="732916" y="226694"/>
                  </a:lnTo>
                  <a:lnTo>
                    <a:pt x="727583" y="232663"/>
                  </a:lnTo>
                  <a:lnTo>
                    <a:pt x="722249" y="238759"/>
                  </a:lnTo>
                  <a:lnTo>
                    <a:pt x="681227" y="252094"/>
                  </a:lnTo>
                  <a:lnTo>
                    <a:pt x="741123" y="252094"/>
                  </a:lnTo>
                  <a:lnTo>
                    <a:pt x="763287" y="219963"/>
                  </a:lnTo>
                  <a:lnTo>
                    <a:pt x="766046" y="211836"/>
                  </a:lnTo>
                  <a:lnTo>
                    <a:pt x="766137" y="211566"/>
                  </a:lnTo>
                  <a:lnTo>
                    <a:pt x="768080" y="203136"/>
                  </a:lnTo>
                  <a:lnTo>
                    <a:pt x="769237" y="194421"/>
                  </a:lnTo>
                  <a:lnTo>
                    <a:pt x="769620" y="185419"/>
                  </a:lnTo>
                  <a:lnTo>
                    <a:pt x="769332" y="178563"/>
                  </a:lnTo>
                  <a:lnTo>
                    <a:pt x="763482" y="151129"/>
                  </a:lnTo>
                  <a:lnTo>
                    <a:pt x="763397" y="150875"/>
                  </a:lnTo>
                  <a:lnTo>
                    <a:pt x="760017" y="143138"/>
                  </a:lnTo>
                  <a:lnTo>
                    <a:pt x="755983" y="135937"/>
                  </a:lnTo>
                  <a:lnTo>
                    <a:pt x="751306" y="129284"/>
                  </a:lnTo>
                  <a:lnTo>
                    <a:pt x="746108" y="123316"/>
                  </a:lnTo>
                  <a:lnTo>
                    <a:pt x="740717" y="118237"/>
                  </a:lnTo>
                  <a:close/>
                </a:path>
                <a:path w="1075054" h="353694">
                  <a:moveTo>
                    <a:pt x="683640" y="97916"/>
                  </a:moveTo>
                  <a:lnTo>
                    <a:pt x="640554" y="110970"/>
                  </a:lnTo>
                  <a:lnTo>
                    <a:pt x="621284" y="130937"/>
                  </a:lnTo>
                  <a:lnTo>
                    <a:pt x="641981" y="130937"/>
                  </a:lnTo>
                  <a:lnTo>
                    <a:pt x="647826" y="126745"/>
                  </a:lnTo>
                  <a:lnTo>
                    <a:pt x="655701" y="123316"/>
                  </a:lnTo>
                  <a:lnTo>
                    <a:pt x="661362" y="121237"/>
                  </a:lnTo>
                  <a:lnTo>
                    <a:pt x="661234" y="121237"/>
                  </a:lnTo>
                  <a:lnTo>
                    <a:pt x="667768" y="119570"/>
                  </a:lnTo>
                  <a:lnTo>
                    <a:pt x="674390" y="118570"/>
                  </a:lnTo>
                  <a:lnTo>
                    <a:pt x="681227" y="118237"/>
                  </a:lnTo>
                  <a:lnTo>
                    <a:pt x="740717" y="118237"/>
                  </a:lnTo>
                  <a:lnTo>
                    <a:pt x="740112" y="117669"/>
                  </a:lnTo>
                  <a:lnTo>
                    <a:pt x="702310" y="99631"/>
                  </a:lnTo>
                  <a:lnTo>
                    <a:pt x="693887" y="98440"/>
                  </a:lnTo>
                  <a:lnTo>
                    <a:pt x="695340" y="98440"/>
                  </a:lnTo>
                  <a:lnTo>
                    <a:pt x="683640" y="97916"/>
                  </a:lnTo>
                  <a:close/>
                </a:path>
                <a:path w="1075054" h="353694">
                  <a:moveTo>
                    <a:pt x="852551" y="0"/>
                  </a:moveTo>
                  <a:lnTo>
                    <a:pt x="828294" y="0"/>
                  </a:lnTo>
                  <a:lnTo>
                    <a:pt x="828294" y="268350"/>
                  </a:lnTo>
                  <a:lnTo>
                    <a:pt x="852551" y="268350"/>
                  </a:lnTo>
                  <a:lnTo>
                    <a:pt x="852551" y="0"/>
                  </a:lnTo>
                  <a:close/>
                </a:path>
                <a:path w="1075054" h="353694">
                  <a:moveTo>
                    <a:pt x="995426" y="97916"/>
                  </a:moveTo>
                  <a:lnTo>
                    <a:pt x="954950" y="108164"/>
                  </a:lnTo>
                  <a:lnTo>
                    <a:pt x="925544" y="135604"/>
                  </a:lnTo>
                  <a:lnTo>
                    <a:pt x="912008" y="176105"/>
                  </a:lnTo>
                  <a:lnTo>
                    <a:pt x="911606" y="185419"/>
                  </a:lnTo>
                  <a:lnTo>
                    <a:pt x="911791" y="189611"/>
                  </a:lnTo>
                  <a:lnTo>
                    <a:pt x="911886" y="191769"/>
                  </a:lnTo>
                  <a:lnTo>
                    <a:pt x="925909" y="235045"/>
                  </a:lnTo>
                  <a:lnTo>
                    <a:pt x="955673" y="262548"/>
                  </a:lnTo>
                  <a:lnTo>
                    <a:pt x="997458" y="272795"/>
                  </a:lnTo>
                  <a:lnTo>
                    <a:pt x="1005708" y="272371"/>
                  </a:lnTo>
                  <a:lnTo>
                    <a:pt x="1006984" y="272371"/>
                  </a:lnTo>
                  <a:lnTo>
                    <a:pt x="1044830" y="259724"/>
                  </a:lnTo>
                  <a:lnTo>
                    <a:pt x="1054899" y="252094"/>
                  </a:lnTo>
                  <a:lnTo>
                    <a:pt x="989076" y="252094"/>
                  </a:lnTo>
                  <a:lnTo>
                    <a:pt x="981075" y="250443"/>
                  </a:lnTo>
                  <a:lnTo>
                    <a:pt x="966470" y="243966"/>
                  </a:lnTo>
                  <a:lnTo>
                    <a:pt x="959993" y="239649"/>
                  </a:lnTo>
                  <a:lnTo>
                    <a:pt x="954532" y="234187"/>
                  </a:lnTo>
                  <a:lnTo>
                    <a:pt x="949071" y="228853"/>
                  </a:lnTo>
                  <a:lnTo>
                    <a:pt x="936751" y="191769"/>
                  </a:lnTo>
                  <a:lnTo>
                    <a:pt x="1074674" y="191769"/>
                  </a:lnTo>
                  <a:lnTo>
                    <a:pt x="1074801" y="189611"/>
                  </a:lnTo>
                  <a:lnTo>
                    <a:pt x="1074927" y="180339"/>
                  </a:lnTo>
                  <a:lnTo>
                    <a:pt x="1074632" y="172465"/>
                  </a:lnTo>
                  <a:lnTo>
                    <a:pt x="937133" y="172465"/>
                  </a:lnTo>
                  <a:lnTo>
                    <a:pt x="937516" y="167195"/>
                  </a:lnTo>
                  <a:lnTo>
                    <a:pt x="937640" y="165480"/>
                  </a:lnTo>
                  <a:lnTo>
                    <a:pt x="939281" y="158666"/>
                  </a:lnTo>
                  <a:lnTo>
                    <a:pt x="942466" y="152145"/>
                  </a:lnTo>
                  <a:lnTo>
                    <a:pt x="945514" y="145668"/>
                  </a:lnTo>
                  <a:lnTo>
                    <a:pt x="949578" y="139826"/>
                  </a:lnTo>
                  <a:lnTo>
                    <a:pt x="954913" y="134746"/>
                  </a:lnTo>
                  <a:lnTo>
                    <a:pt x="960120" y="129666"/>
                  </a:lnTo>
                  <a:lnTo>
                    <a:pt x="966215" y="125602"/>
                  </a:lnTo>
                  <a:lnTo>
                    <a:pt x="979805" y="119761"/>
                  </a:lnTo>
                  <a:lnTo>
                    <a:pt x="987298" y="118237"/>
                  </a:lnTo>
                  <a:lnTo>
                    <a:pt x="1050667" y="118237"/>
                  </a:lnTo>
                  <a:lnTo>
                    <a:pt x="1049470" y="117040"/>
                  </a:lnTo>
                  <a:lnTo>
                    <a:pt x="1013825" y="99599"/>
                  </a:lnTo>
                  <a:lnTo>
                    <a:pt x="1004929" y="98341"/>
                  </a:lnTo>
                  <a:lnTo>
                    <a:pt x="995426" y="97916"/>
                  </a:lnTo>
                  <a:close/>
                </a:path>
                <a:path w="1075054" h="353694">
                  <a:moveTo>
                    <a:pt x="1050925" y="223265"/>
                  </a:moveTo>
                  <a:lnTo>
                    <a:pt x="1015063" y="249904"/>
                  </a:lnTo>
                  <a:lnTo>
                    <a:pt x="997458" y="252094"/>
                  </a:lnTo>
                  <a:lnTo>
                    <a:pt x="1054899" y="252094"/>
                  </a:lnTo>
                  <a:lnTo>
                    <a:pt x="1061265" y="246235"/>
                  </a:lnTo>
                  <a:lnTo>
                    <a:pt x="1068959" y="237489"/>
                  </a:lnTo>
                  <a:lnTo>
                    <a:pt x="1050925" y="223265"/>
                  </a:lnTo>
                  <a:close/>
                </a:path>
                <a:path w="1075054" h="353694">
                  <a:moveTo>
                    <a:pt x="1050667" y="118237"/>
                  </a:moveTo>
                  <a:lnTo>
                    <a:pt x="995426" y="118237"/>
                  </a:lnTo>
                  <a:lnTo>
                    <a:pt x="1007639" y="119211"/>
                  </a:lnTo>
                  <a:lnTo>
                    <a:pt x="1018365" y="122126"/>
                  </a:lnTo>
                  <a:lnTo>
                    <a:pt x="1046083" y="151145"/>
                  </a:lnTo>
                  <a:lnTo>
                    <a:pt x="1050234" y="171983"/>
                  </a:lnTo>
                  <a:lnTo>
                    <a:pt x="1050289" y="172465"/>
                  </a:lnTo>
                  <a:lnTo>
                    <a:pt x="1074632" y="172465"/>
                  </a:lnTo>
                  <a:lnTo>
                    <a:pt x="1074614" y="171983"/>
                  </a:lnTo>
                  <a:lnTo>
                    <a:pt x="1063371" y="134429"/>
                  </a:lnTo>
                  <a:lnTo>
                    <a:pt x="1054735" y="122300"/>
                  </a:lnTo>
                  <a:lnTo>
                    <a:pt x="1050667" y="118237"/>
                  </a:lnTo>
                  <a:close/>
                </a:path>
              </a:pathLst>
            </a:custGeom>
            <a:solidFill>
              <a:srgbClr val="0000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3389" y="2521584"/>
              <a:ext cx="9968611" cy="2908935"/>
            </a:xfrm>
            <a:prstGeom prst="rect">
              <a:avLst/>
            </a:prstGeom>
          </p:spPr>
        </p:pic>
      </p:grp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D5941B4A-D96F-1ED1-4BCA-0B563A5A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033CC-EEE1-4E5D-80A4-F72551927B75}" type="datetime1">
              <a:rPr lang="en-US" smtClean="0"/>
              <a:t>12/31/2025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76D902D6-460B-A630-FE70-A2974962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8C4F45A-F25A-2132-8262-A206E8CD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000" y="762000"/>
            <a:ext cx="357377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Variable</a:t>
            </a:r>
            <a:r>
              <a:rPr spc="-165" dirty="0"/>
              <a:t> </a:t>
            </a:r>
            <a:r>
              <a:rPr spc="-90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0368" y="1981200"/>
            <a:ext cx="6311264" cy="1894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4551F-A2FE-A7AD-A410-5630D0E7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484C-4B2D-4B08-AAB3-7234F090CC10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61BE8-73A4-EEC1-0B64-E958C99A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ED1B0-00FA-D10E-1B9E-363EA1C1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0" y="1066800"/>
            <a:ext cx="433095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11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Iterator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ABACFA-9309-6E0C-14D0-69E134724DD2}"/>
              </a:ext>
            </a:extLst>
          </p:cNvPr>
          <p:cNvSpPr/>
          <p:nvPr/>
        </p:nvSpPr>
        <p:spPr>
          <a:xfrm>
            <a:off x="4202740" y="2441318"/>
            <a:ext cx="4078986" cy="2667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fruits=["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apple","mango","banana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"]</a:t>
            </a:r>
          </a:p>
          <a:p>
            <a:pPr algn="l">
              <a:lnSpc>
                <a:spcPct val="150000"/>
              </a:lnSpc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name=iter(fruits)</a:t>
            </a:r>
          </a:p>
          <a:p>
            <a:pPr algn="l">
              <a:lnSpc>
                <a:spcPct val="150000"/>
              </a:lnSpc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print(next(name))</a:t>
            </a:r>
          </a:p>
          <a:p>
            <a:pPr algn="l">
              <a:lnSpc>
                <a:spcPct val="150000"/>
              </a:lnSpc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print(next(name))</a:t>
            </a:r>
          </a:p>
          <a:p>
            <a:pPr algn="l">
              <a:lnSpc>
                <a:spcPct val="150000"/>
              </a:lnSpc>
            </a:pP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print(next(name))</a:t>
            </a:r>
            <a:endParaRPr lang="en-BD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B1A05-D97B-3011-4EEC-9F40085A5EED}"/>
              </a:ext>
            </a:extLst>
          </p:cNvPr>
          <p:cNvSpPr txBox="1"/>
          <p:nvPr/>
        </p:nvSpPr>
        <p:spPr>
          <a:xfrm>
            <a:off x="2599249" y="1823720"/>
            <a:ext cx="72859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en-GB" sz="2800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 iter() function returns an iterator object.</a:t>
            </a:r>
          </a:p>
          <a:p>
            <a:pPr>
              <a:buNone/>
            </a:pPr>
            <a:br>
              <a:rPr lang="en-GB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BD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E4EED-00C7-7A52-44F7-3DBAAE79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377B-C47C-499F-8019-A865336B842B}" type="datetime1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2BC26-9F12-8EF7-6163-3982E589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E7DCD-1F20-55FF-3946-B5654E2E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0523" y="762000"/>
            <a:ext cx="433095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519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Generator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7587" y="1986775"/>
            <a:ext cx="7250303" cy="1894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47457C-E9AD-3EE5-C15D-A77BBCD9E126}"/>
              </a:ext>
            </a:extLst>
          </p:cNvPr>
          <p:cNvSpPr txBox="1"/>
          <p:nvPr/>
        </p:nvSpPr>
        <p:spPr>
          <a:xfrm>
            <a:off x="2438400" y="2468797"/>
            <a:ext cx="80009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 generator function is a special type of function </a:t>
            </a:r>
          </a:p>
          <a:p>
            <a:r>
              <a:rPr lang="en-GB" sz="2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returns an iterator object.</a:t>
            </a:r>
            <a:endParaRPr lang="en-BD" sz="28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CBBA8-1130-FEEE-5324-6FD6AB68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3036A-0843-4A72-975D-0138726BD339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B321F-C8CE-522E-B1D3-0D03C9EF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696BA-E115-EE07-A42A-5870E33A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581C582-7FE5-6381-18AA-1924B7E7B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779" y="2133600"/>
            <a:ext cx="3249543" cy="3556000"/>
          </a:xfrm>
          <a:prstGeom prst="rect">
            <a:avLst/>
          </a:prstGeom>
        </p:spPr>
      </p:pic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0D2E245-B821-8D20-8429-2E8270B2E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590800"/>
            <a:ext cx="5319346" cy="2095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146AD-19E5-65DD-0617-9FF822762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29EC-205B-460F-B1BB-9BFD76020733}" type="datetime1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86338-19B4-6313-75BB-878E3A73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Manirujjaman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B63E3-FF78-4B9D-6F00-BFECD17B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52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443466" y="2980563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4">
                <a:moveTo>
                  <a:pt x="0" y="0"/>
                </a:moveTo>
                <a:lnTo>
                  <a:pt x="540003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847213" y="2357373"/>
            <a:ext cx="2406015" cy="2406015"/>
            <a:chOff x="2847213" y="2357373"/>
            <a:chExt cx="2406015" cy="2406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1117" y="2361124"/>
              <a:ext cx="2015469" cy="20155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53563" y="2363723"/>
              <a:ext cx="2393315" cy="2393315"/>
            </a:xfrm>
            <a:custGeom>
              <a:avLst/>
              <a:gdLst/>
              <a:ahLst/>
              <a:cxnLst/>
              <a:rect l="l" t="t" r="r" b="b"/>
              <a:pathLst>
                <a:path w="2393315" h="2393315">
                  <a:moveTo>
                    <a:pt x="2392807" y="2392934"/>
                  </a:moveTo>
                  <a:lnTo>
                    <a:pt x="0" y="0"/>
                  </a:lnTo>
                </a:path>
                <a:path w="2393315" h="2393315">
                  <a:moveTo>
                    <a:pt x="64007" y="589406"/>
                  </a:moveTo>
                  <a:lnTo>
                    <a:pt x="592709" y="592709"/>
                  </a:lnTo>
                  <a:lnTo>
                    <a:pt x="592709" y="60705"/>
                  </a:lnTo>
                </a:path>
                <a:path w="2393315" h="2393315">
                  <a:moveTo>
                    <a:pt x="276098" y="1091184"/>
                  </a:moveTo>
                  <a:lnTo>
                    <a:pt x="1094486" y="1094486"/>
                  </a:lnTo>
                  <a:lnTo>
                    <a:pt x="1094486" y="272796"/>
                  </a:lnTo>
                </a:path>
                <a:path w="2393315" h="2393315">
                  <a:moveTo>
                    <a:pt x="721740" y="1595120"/>
                  </a:moveTo>
                  <a:lnTo>
                    <a:pt x="1596263" y="1596263"/>
                  </a:lnTo>
                  <a:lnTo>
                    <a:pt x="1599564" y="71729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37603" y="3348609"/>
            <a:ext cx="2978150" cy="2976880"/>
            <a:chOff x="537603" y="3348609"/>
            <a:chExt cx="2978150" cy="29768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953" y="3354959"/>
              <a:ext cx="1893925" cy="1892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776" y="3893820"/>
              <a:ext cx="1893862" cy="18927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214" y="3400300"/>
              <a:ext cx="1006697" cy="10067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3953" y="3373120"/>
              <a:ext cx="2971520" cy="295230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3953" y="3354959"/>
              <a:ext cx="1737995" cy="1737995"/>
            </a:xfrm>
            <a:custGeom>
              <a:avLst/>
              <a:gdLst/>
              <a:ahLst/>
              <a:cxnLst/>
              <a:rect l="l" t="t" r="r" b="b"/>
              <a:pathLst>
                <a:path w="1737995" h="1737995">
                  <a:moveTo>
                    <a:pt x="1737728" y="0"/>
                  </a:moveTo>
                  <a:lnTo>
                    <a:pt x="1370571" y="1370710"/>
                  </a:lnTo>
                </a:path>
                <a:path w="1737995" h="1737995">
                  <a:moveTo>
                    <a:pt x="1370571" y="1370710"/>
                  </a:moveTo>
                  <a:lnTo>
                    <a:pt x="0" y="17377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1108" y="3402203"/>
              <a:ext cx="2714625" cy="2714625"/>
            </a:xfrm>
            <a:custGeom>
              <a:avLst/>
              <a:gdLst/>
              <a:ahLst/>
              <a:cxnLst/>
              <a:rect l="l" t="t" r="r" b="b"/>
              <a:pathLst>
                <a:path w="2714625" h="2714625">
                  <a:moveTo>
                    <a:pt x="2714320" y="271423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2776" y="3893820"/>
              <a:ext cx="2277110" cy="2277110"/>
            </a:xfrm>
            <a:custGeom>
              <a:avLst/>
              <a:gdLst/>
              <a:ahLst/>
              <a:cxnLst/>
              <a:rect l="l" t="t" r="r" b="b"/>
              <a:pathLst>
                <a:path w="2277110" h="2277110">
                  <a:moveTo>
                    <a:pt x="1737639" y="0"/>
                  </a:moveTo>
                  <a:lnTo>
                    <a:pt x="1370609" y="1370583"/>
                  </a:lnTo>
                </a:path>
                <a:path w="2277110" h="2277110">
                  <a:moveTo>
                    <a:pt x="1370609" y="1370583"/>
                  </a:moveTo>
                  <a:lnTo>
                    <a:pt x="0" y="1737677"/>
                  </a:lnTo>
                </a:path>
                <a:path w="2277110" h="2277110">
                  <a:moveTo>
                    <a:pt x="2276500" y="538860"/>
                  </a:moveTo>
                  <a:lnTo>
                    <a:pt x="1909470" y="1909432"/>
                  </a:lnTo>
                </a:path>
                <a:path w="2277110" h="2277110">
                  <a:moveTo>
                    <a:pt x="1909470" y="1909432"/>
                  </a:moveTo>
                  <a:lnTo>
                    <a:pt x="538759" y="227650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34263" y="526923"/>
            <a:ext cx="1757045" cy="1753870"/>
            <a:chOff x="534263" y="526923"/>
            <a:chExt cx="1757045" cy="1753870"/>
          </a:xfrm>
        </p:grpSpPr>
        <p:sp>
          <p:nvSpPr>
            <p:cNvPr id="16" name="object 16"/>
            <p:cNvSpPr/>
            <p:nvPr/>
          </p:nvSpPr>
          <p:spPr>
            <a:xfrm>
              <a:off x="578434" y="571119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5" h="1624964">
                  <a:moveTo>
                    <a:pt x="0" y="0"/>
                  </a:moveTo>
                  <a:lnTo>
                    <a:pt x="1561642" y="1561591"/>
                  </a:lnTo>
                </a:path>
                <a:path w="1626235" h="1624964">
                  <a:moveTo>
                    <a:pt x="1625904" y="379729"/>
                  </a:moveTo>
                  <a:lnTo>
                    <a:pt x="380682" y="162483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613" y="533273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5">
                  <a:moveTo>
                    <a:pt x="52666" y="1040638"/>
                  </a:moveTo>
                  <a:lnTo>
                    <a:pt x="1040536" y="1040638"/>
                  </a:lnTo>
                  <a:lnTo>
                    <a:pt x="1040536" y="52704"/>
                  </a:lnTo>
                </a:path>
                <a:path w="1040765" h="1040765">
                  <a:moveTo>
                    <a:pt x="0" y="606298"/>
                  </a:moveTo>
                  <a:lnTo>
                    <a:pt x="606323" y="606298"/>
                  </a:lnTo>
                  <a:lnTo>
                    <a:pt x="60632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713" y="532606"/>
              <a:ext cx="1754157" cy="174772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43953" y="2531998"/>
            <a:ext cx="1862455" cy="633730"/>
            <a:chOff x="543953" y="2531998"/>
            <a:chExt cx="1862455" cy="63373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953" y="2531998"/>
              <a:ext cx="1419212" cy="6333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3953" y="2851022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5">
                  <a:moveTo>
                    <a:pt x="186218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37933" y="5646572"/>
            <a:ext cx="672465" cy="672465"/>
            <a:chOff x="537933" y="5646572"/>
            <a:chExt cx="672465" cy="672465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3730" y="5652292"/>
              <a:ext cx="503129" cy="5031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4283" y="5652922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4">
                  <a:moveTo>
                    <a:pt x="659307" y="65930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719195" y="4583810"/>
            <a:ext cx="1540510" cy="1540510"/>
            <a:chOff x="3719195" y="4583810"/>
            <a:chExt cx="1540510" cy="1540510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31514" y="4597526"/>
              <a:ext cx="1456527" cy="145641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25545" y="4590160"/>
              <a:ext cx="1527810" cy="1527810"/>
            </a:xfrm>
            <a:custGeom>
              <a:avLst/>
              <a:gdLst/>
              <a:ahLst/>
              <a:cxnLst/>
              <a:rect l="l" t="t" r="r" b="b"/>
              <a:pathLst>
                <a:path w="1527810" h="1527810">
                  <a:moveTo>
                    <a:pt x="0" y="0"/>
                  </a:moveTo>
                  <a:lnTo>
                    <a:pt x="1527302" y="1527365"/>
                  </a:lnTo>
                </a:path>
                <a:path w="1527810" h="1527810">
                  <a:moveTo>
                    <a:pt x="435355" y="1032510"/>
                  </a:moveTo>
                  <a:lnTo>
                    <a:pt x="1032509" y="1032510"/>
                  </a:lnTo>
                  <a:lnTo>
                    <a:pt x="1032509" y="43535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92550" y="4757165"/>
              <a:ext cx="422275" cy="422275"/>
            </a:xfrm>
            <a:custGeom>
              <a:avLst/>
              <a:gdLst/>
              <a:ahLst/>
              <a:cxnLst/>
              <a:rect l="l" t="t" r="r" b="b"/>
              <a:pathLst>
                <a:path w="422275" h="422275">
                  <a:moveTo>
                    <a:pt x="0" y="422274"/>
                  </a:moveTo>
                  <a:lnTo>
                    <a:pt x="422275" y="422274"/>
                  </a:lnTo>
                  <a:lnTo>
                    <a:pt x="42227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712091" y="173227"/>
            <a:ext cx="2978150" cy="2976880"/>
            <a:chOff x="4224286" y="527541"/>
            <a:chExt cx="2978150" cy="2976880"/>
          </a:xfrm>
        </p:grpSpPr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01881" y="1605196"/>
              <a:ext cx="1893938" cy="189276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63121" y="1066361"/>
              <a:ext cx="1893837" cy="189286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43849" y="2445990"/>
              <a:ext cx="1006734" cy="10067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24286" y="527541"/>
              <a:ext cx="2971533" cy="295225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58078" y="1760347"/>
              <a:ext cx="1737995" cy="1737995"/>
            </a:xfrm>
            <a:custGeom>
              <a:avLst/>
              <a:gdLst/>
              <a:ahLst/>
              <a:cxnLst/>
              <a:rect l="l" t="t" r="r" b="b"/>
              <a:pathLst>
                <a:path w="1737995" h="1737995">
                  <a:moveTo>
                    <a:pt x="0" y="1737614"/>
                  </a:moveTo>
                  <a:lnTo>
                    <a:pt x="367157" y="367029"/>
                  </a:lnTo>
                </a:path>
                <a:path w="1737995" h="1737995">
                  <a:moveTo>
                    <a:pt x="367157" y="367029"/>
                  </a:moveTo>
                  <a:lnTo>
                    <a:pt x="173774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34331" y="736600"/>
              <a:ext cx="2714625" cy="2714625"/>
            </a:xfrm>
            <a:custGeom>
              <a:avLst/>
              <a:gdLst/>
              <a:ahLst/>
              <a:cxnLst/>
              <a:rect l="l" t="t" r="r" b="b"/>
              <a:pathLst>
                <a:path w="2714625" h="2714625">
                  <a:moveTo>
                    <a:pt x="0" y="0"/>
                  </a:moveTo>
                  <a:lnTo>
                    <a:pt x="2714370" y="2714244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80483" y="682625"/>
              <a:ext cx="2276475" cy="2277110"/>
            </a:xfrm>
            <a:custGeom>
              <a:avLst/>
              <a:gdLst/>
              <a:ahLst/>
              <a:cxnLst/>
              <a:rect l="l" t="t" r="r" b="b"/>
              <a:pathLst>
                <a:path w="2276475" h="2277110">
                  <a:moveTo>
                    <a:pt x="538861" y="2276602"/>
                  </a:moveTo>
                  <a:lnTo>
                    <a:pt x="905890" y="905890"/>
                  </a:lnTo>
                </a:path>
                <a:path w="2276475" h="2277110">
                  <a:moveTo>
                    <a:pt x="905890" y="905890"/>
                  </a:moveTo>
                  <a:lnTo>
                    <a:pt x="2276474" y="538861"/>
                  </a:lnTo>
                </a:path>
                <a:path w="2276475" h="2277110">
                  <a:moveTo>
                    <a:pt x="0" y="1737740"/>
                  </a:moveTo>
                  <a:lnTo>
                    <a:pt x="367029" y="367157"/>
                  </a:lnTo>
                </a:path>
                <a:path w="2276475" h="2277110">
                  <a:moveTo>
                    <a:pt x="367029" y="367157"/>
                  </a:moveTo>
                  <a:lnTo>
                    <a:pt x="173774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448889" y="4572717"/>
            <a:ext cx="1757045" cy="1753870"/>
            <a:chOff x="5448889" y="4572717"/>
            <a:chExt cx="1757045" cy="1753870"/>
          </a:xfrm>
        </p:grpSpPr>
        <p:sp>
          <p:nvSpPr>
            <p:cNvPr id="38" name="object 38"/>
            <p:cNvSpPr/>
            <p:nvPr/>
          </p:nvSpPr>
          <p:spPr>
            <a:xfrm>
              <a:off x="5535421" y="4657090"/>
              <a:ext cx="1626235" cy="1624965"/>
            </a:xfrm>
            <a:custGeom>
              <a:avLst/>
              <a:gdLst/>
              <a:ahLst/>
              <a:cxnLst/>
              <a:rect l="l" t="t" r="r" b="b"/>
              <a:pathLst>
                <a:path w="1626234" h="1624964">
                  <a:moveTo>
                    <a:pt x="1625853" y="1624787"/>
                  </a:moveTo>
                  <a:lnTo>
                    <a:pt x="64262" y="63118"/>
                  </a:lnTo>
                </a:path>
                <a:path w="1626234" h="1624964">
                  <a:moveTo>
                    <a:pt x="0" y="1245108"/>
                  </a:moveTo>
                  <a:lnTo>
                    <a:pt x="1245234" y="0"/>
                  </a:lnTo>
                </a:path>
                <a:path w="1626234" h="1624964">
                  <a:moveTo>
                    <a:pt x="1610995" y="622046"/>
                  </a:moveTo>
                  <a:lnTo>
                    <a:pt x="623188" y="622046"/>
                  </a:lnTo>
                  <a:lnTo>
                    <a:pt x="623188" y="16099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92823" y="5713374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606298" y="0"/>
                  </a:moveTo>
                  <a:lnTo>
                    <a:pt x="0" y="0"/>
                  </a:lnTo>
                  <a:lnTo>
                    <a:pt x="0" y="60632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48889" y="4572717"/>
              <a:ext cx="1754201" cy="1747626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5333619" y="3687571"/>
            <a:ext cx="1862455" cy="633730"/>
            <a:chOff x="5333619" y="3687571"/>
            <a:chExt cx="1862455" cy="633730"/>
          </a:xfrm>
        </p:grpSpPr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76595" y="3687571"/>
              <a:ext cx="1419225" cy="63347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333619" y="4001896"/>
              <a:ext cx="1862455" cy="0"/>
            </a:xfrm>
            <a:custGeom>
              <a:avLst/>
              <a:gdLst/>
              <a:ahLst/>
              <a:cxnLst/>
              <a:rect l="l" t="t" r="r" b="b"/>
              <a:pathLst>
                <a:path w="1862454">
                  <a:moveTo>
                    <a:pt x="0" y="0"/>
                  </a:moveTo>
                  <a:lnTo>
                    <a:pt x="1862201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529831" y="534416"/>
            <a:ext cx="672465" cy="672465"/>
            <a:chOff x="6529831" y="534416"/>
            <a:chExt cx="672465" cy="672465"/>
          </a:xfrm>
        </p:grpSpPr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92952" y="697608"/>
              <a:ext cx="503066" cy="50306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536181" y="540766"/>
              <a:ext cx="659765" cy="659765"/>
            </a:xfrm>
            <a:custGeom>
              <a:avLst/>
              <a:gdLst/>
              <a:ahLst/>
              <a:cxnLst/>
              <a:rect l="l" t="t" r="r" b="b"/>
              <a:pathLst>
                <a:path w="659765" h="659765">
                  <a:moveTo>
                    <a:pt x="0" y="0"/>
                  </a:moveTo>
                  <a:lnTo>
                    <a:pt x="659257" y="65925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2480564" y="729106"/>
            <a:ext cx="1540510" cy="1540510"/>
            <a:chOff x="2480564" y="729106"/>
            <a:chExt cx="1540510" cy="1540510"/>
          </a:xfrm>
        </p:grpSpPr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51677" y="799030"/>
              <a:ext cx="1456569" cy="145648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86914" y="735456"/>
              <a:ext cx="1527810" cy="1527810"/>
            </a:xfrm>
            <a:custGeom>
              <a:avLst/>
              <a:gdLst/>
              <a:ahLst/>
              <a:cxnLst/>
              <a:rect l="l" t="t" r="r" b="b"/>
              <a:pathLst>
                <a:path w="1527810" h="1527810">
                  <a:moveTo>
                    <a:pt x="1527302" y="1527302"/>
                  </a:moveTo>
                  <a:lnTo>
                    <a:pt x="0" y="0"/>
                  </a:lnTo>
                </a:path>
                <a:path w="1527810" h="1527810">
                  <a:moveTo>
                    <a:pt x="1091946" y="494918"/>
                  </a:moveTo>
                  <a:lnTo>
                    <a:pt x="494792" y="494918"/>
                  </a:lnTo>
                  <a:lnTo>
                    <a:pt x="494792" y="1091945"/>
                  </a:lnTo>
                </a:path>
                <a:path w="1527810" h="1527810">
                  <a:moveTo>
                    <a:pt x="1360297" y="938148"/>
                  </a:moveTo>
                  <a:lnTo>
                    <a:pt x="938022" y="938148"/>
                  </a:lnTo>
                  <a:lnTo>
                    <a:pt x="938022" y="136042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3856371" y="2836078"/>
            <a:ext cx="534354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Thank</a:t>
            </a:r>
            <a:r>
              <a:rPr sz="7200" spc="95" dirty="0"/>
              <a:t> </a:t>
            </a:r>
            <a:r>
              <a:rPr sz="7200" spc="-75" dirty="0"/>
              <a:t>you</a:t>
            </a:r>
            <a:endParaRPr sz="7200" dirty="0"/>
          </a:p>
        </p:txBody>
      </p:sp>
      <p:sp>
        <p:nvSpPr>
          <p:cNvPr id="51" name="Date Placeholder 50">
            <a:extLst>
              <a:ext uri="{FF2B5EF4-FFF2-40B4-BE49-F238E27FC236}">
                <a16:creationId xmlns:a16="http://schemas.microsoft.com/office/drawing/2014/main" id="{520A38EF-8633-55F3-7CC4-1C44ADF7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1E0DD-68F6-4D2D-92D6-252F3098CDE6}" type="datetime1">
              <a:rPr lang="en-US" smtClean="0">
                <a:solidFill>
                  <a:srgbClr val="FF0000"/>
                </a:solidFill>
              </a:rPr>
              <a:t>12/31/2025</a:t>
            </a:fld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726B4D4F-7EFB-9CBB-6BAE-AFC8A4F60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Md. Manirujjaman</a:t>
            </a:r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41846C2C-7E4B-1BC9-795C-9269F744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FF0000"/>
                </a:solidFill>
              </a:rPr>
              <a:t>12</a:t>
            </a:fld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581</TotalTime>
  <Words>187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Tahoma</vt:lpstr>
      <vt:lpstr>Retrospect</vt:lpstr>
      <vt:lpstr>Agenda</vt:lpstr>
      <vt:lpstr>Functions</vt:lpstr>
      <vt:lpstr>Functions</vt:lpstr>
      <vt:lpstr>Functions</vt:lpstr>
      <vt:lpstr>Functions</vt:lpstr>
      <vt:lpstr>Lambda Function</vt:lpstr>
      <vt:lpstr>Lambda Function</vt:lpstr>
      <vt:lpstr>Variable Scope</vt:lpstr>
      <vt:lpstr>Iterator</vt:lpstr>
      <vt:lpstr>Generator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Abdullah Xayed</dc:creator>
  <cp:lastModifiedBy>Md Manirujjaman</cp:lastModifiedBy>
  <cp:revision>3</cp:revision>
  <dcterms:created xsi:type="dcterms:W3CDTF">2025-08-14T18:11:09Z</dcterms:created>
  <dcterms:modified xsi:type="dcterms:W3CDTF">2025-12-31T11:14:56Z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2025-08-14T00:00:00Z</vt:filetime>
  </property>
  <property fmtid="{D5CDD505-2E9C-101B-9397-08002B2CF9AE}" pid="5" name="Producer">
    <vt:lpwstr>Microsoft® PowerPoint® for Microsoft 365</vt:lpwstr>
  </property>
</Properties>
</file>